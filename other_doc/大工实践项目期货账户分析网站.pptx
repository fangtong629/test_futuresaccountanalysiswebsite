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4.svg" ContentType="image/svg+xml"/>
  <Override PartName="/ppt/media/image16.svg" ContentType="image/svg+xml"/>
  <Override PartName="/ppt/media/image1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sldIdLst>
    <p:sldId id="256" r:id="rId4"/>
    <p:sldId id="304" r:id="rId5"/>
    <p:sldId id="318" r:id="rId7"/>
    <p:sldId id="7542" r:id="rId8"/>
    <p:sldId id="7543" r:id="rId9"/>
    <p:sldId id="7544" r:id="rId10"/>
    <p:sldId id="7545" r:id="rId11"/>
    <p:sldId id="7546" r:id="rId12"/>
    <p:sldId id="7547" r:id="rId13"/>
    <p:sldId id="276" r:id="rId14"/>
    <p:sldId id="317" r:id="rId15"/>
    <p:sldId id="7541" r:id="rId16"/>
    <p:sldId id="7552" r:id="rId17"/>
    <p:sldId id="7554" r:id="rId18"/>
    <p:sldId id="7556" r:id="rId19"/>
    <p:sldId id="7557" r:id="rId20"/>
    <p:sldId id="7549" r:id="rId21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2E4A"/>
    <a:srgbClr val="F0F1F3"/>
    <a:srgbClr val="FFFFFF"/>
    <a:srgbClr val="E5E9EC"/>
    <a:srgbClr val="EFF0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71" autoAdjust="0"/>
    <p:restoredTop sz="94614" autoAdjust="0"/>
  </p:normalViewPr>
  <p:slideViewPr>
    <p:cSldViewPr snapToGrid="0">
      <p:cViewPr varScale="1">
        <p:scale>
          <a:sx n="106" d="100"/>
          <a:sy n="106" d="100"/>
        </p:scale>
        <p:origin x="94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gs" Target="tags/tag34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0D85BF-B191-48CA-9728-20FF71D3A77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1D6AA-A951-4B2E-B868-A2A70BA6CA3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gradFill flip="none" rotWithShape="1">
          <a:gsLst>
            <a:gs pos="0">
              <a:srgbClr val="FFFFFF"/>
            </a:gs>
            <a:gs pos="67000">
              <a:srgbClr val="F0F1F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845"/>
          <a:stretch>
            <a:fillRect/>
          </a:stretch>
        </p:blipFill>
        <p:spPr>
          <a:xfrm>
            <a:off x="0" y="0"/>
            <a:ext cx="4992914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087C5-6DBF-488C-AE10-CBC1E42CD6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427E-6965-4C1F-9B96-9EAA198652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087C5-6DBF-488C-AE10-CBC1E42CD6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427E-6965-4C1F-9B96-9EAA198652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087C5-6DBF-488C-AE10-CBC1E42CD6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427E-6965-4C1F-9B96-9EAA198652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087C5-6DBF-488C-AE10-CBC1E42CD6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427E-6965-4C1F-9B96-9EAA198652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087C5-6DBF-488C-AE10-CBC1E42CD6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427E-6965-4C1F-9B96-9EAA198652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087C5-6DBF-488C-AE10-CBC1E42CD6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427E-6965-4C1F-9B96-9EAA198652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087C5-6DBF-488C-AE10-CBC1E42CD6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427E-6965-4C1F-9B96-9EAA198652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087C5-6DBF-488C-AE10-CBC1E42CD6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427E-6965-4C1F-9B96-9EAA198652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087C5-6DBF-488C-AE10-CBC1E42CD6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427E-6965-4C1F-9B96-9EAA198652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087C5-6DBF-488C-AE10-CBC1E42CD6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427E-6965-4C1F-9B96-9EAA198652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gradFill flip="none" rotWithShape="1">
          <a:gsLst>
            <a:gs pos="0">
              <a:srgbClr val="FFFFFF"/>
            </a:gs>
            <a:gs pos="67000">
              <a:srgbClr val="F0F1F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845"/>
          <a:stretch>
            <a:fillRect/>
          </a:stretch>
        </p:blipFill>
        <p:spPr>
          <a:xfrm>
            <a:off x="0" y="0"/>
            <a:ext cx="4992914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087C5-6DBF-488C-AE10-CBC1E42CD6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427E-6965-4C1F-9B96-9EAA198652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087C5-6DBF-488C-AE10-CBC1E42CD6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427E-6965-4C1F-9B96-9EAA198652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087C5-6DBF-488C-AE10-CBC1E42CD6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427E-6965-4C1F-9B96-9EAA198652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087C5-6DBF-488C-AE10-CBC1E42CD6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427E-6965-4C1F-9B96-9EAA198652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087C5-6DBF-488C-AE10-CBC1E42CD6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427E-6965-4C1F-9B96-9EAA198652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087C5-6DBF-488C-AE10-CBC1E42CD6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427E-6965-4C1F-9B96-9EAA198652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087C5-6DBF-488C-AE10-CBC1E42CD6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427E-6965-4C1F-9B96-9EAA198652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087C5-6DBF-488C-AE10-CBC1E42CD6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427E-6965-4C1F-9B96-9EAA198652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087C5-6DBF-488C-AE10-CBC1E42CD6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427E-6965-4C1F-9B96-9EAA198652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087C5-6DBF-488C-AE10-CBC1E42CD6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427E-6965-4C1F-9B96-9EAA198652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67000">
              <a:srgbClr val="F0F1F3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A087C5-6DBF-488C-AE10-CBC1E42CD6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67427E-6965-4C1F-9B96-9EAA198652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67000">
              <a:srgbClr val="F0F1F3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A087C5-6DBF-488C-AE10-CBC1E42CD6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67427E-6965-4C1F-9B96-9EAA198652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5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4.png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5.png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6.png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7.png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8.png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10.png"/><Relationship Id="rId4" Type="http://schemas.openxmlformats.org/officeDocument/2006/relationships/tags" Target="../tags/tag20.xml"/><Relationship Id="rId3" Type="http://schemas.openxmlformats.org/officeDocument/2006/relationships/image" Target="../media/image9.png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tags" Target="../tags/tag23.xml"/><Relationship Id="rId3" Type="http://schemas.openxmlformats.org/officeDocument/2006/relationships/image" Target="../media/image11.png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24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1.png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2.png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67000">
              <a:srgbClr val="F0F1F3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4012111" y="2612576"/>
            <a:ext cx="7817710" cy="3276554"/>
            <a:chOff x="2155388" y="2198646"/>
            <a:chExt cx="7817710" cy="3276554"/>
          </a:xfrm>
        </p:grpSpPr>
        <p:sp>
          <p:nvSpPr>
            <p:cNvPr id="14" name="PA_文本框 11"/>
            <p:cNvSpPr txBox="1"/>
            <p:nvPr>
              <p:custDataLst>
                <p:tags r:id="rId1"/>
              </p:custDataLst>
            </p:nvPr>
          </p:nvSpPr>
          <p:spPr>
            <a:xfrm>
              <a:off x="3689138" y="3518108"/>
              <a:ext cx="6283960" cy="10147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sz="6000" b="1" dirty="0">
                  <a:solidFill>
                    <a:srgbClr val="132E4A"/>
                  </a:solidFill>
                  <a:latin typeface="等线 Light" panose="02010600030101010101" pitchFamily="2" charset="-122"/>
                  <a:ea typeface="等线 Light" panose="02010600030101010101" pitchFamily="2" charset="-122"/>
                  <a:sym typeface="iekie-Weilaiti" panose="02010601030101010101" pitchFamily="2" charset="-128"/>
                </a:rPr>
                <a:t>期货账户分析网站</a:t>
              </a:r>
              <a:endParaRPr sz="6000" b="1" dirty="0">
                <a:solidFill>
                  <a:srgbClr val="132E4A"/>
                </a:solidFill>
                <a:latin typeface="等线 Light" panose="02010600030101010101" pitchFamily="2" charset="-122"/>
                <a:ea typeface="等线 Light" panose="02010600030101010101" pitchFamily="2" charset="-122"/>
                <a:sym typeface="iekie-Weilaiti" panose="02010601030101010101" pitchFamily="2" charset="-128"/>
              </a:endParaRPr>
            </a:p>
          </p:txBody>
        </p:sp>
        <p:sp>
          <p:nvSpPr>
            <p:cNvPr id="15" name="PA_文本框 28"/>
            <p:cNvSpPr txBox="1"/>
            <p:nvPr>
              <p:custDataLst>
                <p:tags r:id="rId2"/>
              </p:custDataLst>
            </p:nvPr>
          </p:nvSpPr>
          <p:spPr>
            <a:xfrm>
              <a:off x="2155388" y="4553136"/>
              <a:ext cx="7722459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zh-CN" sz="1400" dirty="0">
                <a:solidFill>
                  <a:srgbClr val="132E4A"/>
                </a:solidFill>
                <a:latin typeface="等线 Light" panose="02010600030101010101" pitchFamily="2" charset="-122"/>
                <a:ea typeface="等线 Light" panose="02010600030101010101" pitchFamily="2" charset="-122"/>
                <a:sym typeface="iekie-Weilaiti" panose="02010601030101010101" pitchFamily="2" charset="-128"/>
              </a:endParaRPr>
            </a:p>
          </p:txBody>
        </p:sp>
        <p:sp>
          <p:nvSpPr>
            <p:cNvPr id="16" name="PA_文本框 29"/>
            <p:cNvSpPr txBox="1"/>
            <p:nvPr>
              <p:custDataLst>
                <p:tags r:id="rId3"/>
              </p:custDataLst>
            </p:nvPr>
          </p:nvSpPr>
          <p:spPr>
            <a:xfrm>
              <a:off x="6946328" y="4553180"/>
              <a:ext cx="2931847" cy="92202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dirty="0">
                  <a:solidFill>
                    <a:srgbClr val="132E4A"/>
                  </a:solidFill>
                  <a:latin typeface="+mn-ea"/>
                  <a:sym typeface="iekie-Weilaiti" panose="02010601030101010101" pitchFamily="2" charset="-128"/>
                </a:rPr>
                <a:t>指导老师</a:t>
              </a:r>
              <a:r>
                <a:rPr lang="zh-CN" altLang="en-US" dirty="0" smtClean="0">
                  <a:solidFill>
                    <a:srgbClr val="132E4A"/>
                  </a:solidFill>
                  <a:latin typeface="+mn-ea"/>
                  <a:sym typeface="iekie-Weilaiti" panose="02010601030101010101" pitchFamily="2" charset="-128"/>
                </a:rPr>
                <a:t>：</a:t>
              </a:r>
              <a:r>
                <a:rPr dirty="0">
                  <a:solidFill>
                    <a:srgbClr val="132E4A"/>
                  </a:solidFill>
                  <a:latin typeface="+mn-ea"/>
                  <a:sym typeface="iekie-Weilaiti" panose="02010601030101010101" pitchFamily="2" charset="-128"/>
                </a:rPr>
                <a:t>张强</a:t>
              </a:r>
              <a:endParaRPr dirty="0">
                <a:solidFill>
                  <a:srgbClr val="132E4A"/>
                </a:solidFill>
                <a:latin typeface="+mn-ea"/>
                <a:sym typeface="iekie-Weilaiti" panose="02010601030101010101" pitchFamily="2" charset="-128"/>
              </a:endParaRPr>
            </a:p>
            <a:p>
              <a:pPr algn="r">
                <a:lnSpc>
                  <a:spcPct val="150000"/>
                </a:lnSpc>
              </a:pPr>
              <a:endParaRPr lang="en-US" altLang="zh-CN" dirty="0">
                <a:solidFill>
                  <a:srgbClr val="132E4A"/>
                </a:solidFill>
                <a:effectLst/>
                <a:latin typeface="+mn-ea"/>
                <a:sym typeface="iekie-Weilaiti" panose="02010601030101010101" pitchFamily="2" charset="-128"/>
              </a:endParaRPr>
            </a:p>
          </p:txBody>
        </p:sp>
        <p:sp>
          <p:nvSpPr>
            <p:cNvPr id="17" name="PA_文本框 11"/>
            <p:cNvSpPr txBox="1"/>
            <p:nvPr>
              <p:custDataLst>
                <p:tags r:id="rId4"/>
              </p:custDataLst>
            </p:nvPr>
          </p:nvSpPr>
          <p:spPr>
            <a:xfrm>
              <a:off x="9516225" y="2198646"/>
              <a:ext cx="309880" cy="15684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endParaRPr lang="zh-CN" altLang="en-US" sz="9600" dirty="0">
                <a:solidFill>
                  <a:srgbClr val="132E4A"/>
                </a:solidFill>
                <a:latin typeface="等线 Light" panose="02010600030101010101" pitchFamily="2" charset="-122"/>
                <a:ea typeface="等线 Light" panose="02010600030101010101" pitchFamily="2" charset="-122"/>
                <a:sym typeface="iekie-Weilaiti" panose="02010601030101010101" pitchFamily="2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67000">
              <a:srgbClr val="F0F1F3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79375" y="1535482"/>
            <a:ext cx="10185555" cy="3965330"/>
          </a:xfrm>
          <a:prstGeom prst="rect">
            <a:avLst/>
          </a:prstGeom>
          <a:blipFill>
            <a:blip r:embed="rId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文本框 76"/>
          <p:cNvSpPr txBox="1"/>
          <p:nvPr/>
        </p:nvSpPr>
        <p:spPr>
          <a:xfrm>
            <a:off x="7719060" y="4893310"/>
            <a:ext cx="3122295" cy="60769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endParaRPr lang="en-US" altLang="zh-CN" sz="1000" dirty="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pitchFamily="34" charset="0"/>
              <a:ea typeface="+mj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025140" y="1696085"/>
            <a:ext cx="5084445" cy="3729990"/>
          </a:xfrm>
          <a:prstGeom prst="rect">
            <a:avLst/>
          </a:prstGeom>
          <a:solidFill>
            <a:srgbClr val="17324D">
              <a:alpha val="7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文本框 77"/>
          <p:cNvSpPr txBox="1"/>
          <p:nvPr/>
        </p:nvSpPr>
        <p:spPr>
          <a:xfrm>
            <a:off x="3818255" y="1960245"/>
            <a:ext cx="3900805" cy="31159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l">
              <a:lnSpc>
                <a:spcPct val="114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</a:rPr>
              <a:t>在软件技术和期货行业不断发展的时代背景下，公司决定开发一个账户分析网站，这个项目原型是内嵌在</a:t>
            </a:r>
            <a:r>
              <a:rPr lang="en-US" altLang="zh-CN" sz="1400" b="1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</a:rPr>
              <a:t>期货行情交易软件</a:t>
            </a:r>
            <a:r>
              <a:rPr lang="en-US" altLang="zh-CN" sz="14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</a:rPr>
              <a:t>里，运用混合开发技术，前端通过</a:t>
            </a:r>
            <a:r>
              <a:rPr lang="en-US" altLang="zh-CN" sz="1400" b="1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</a:rPr>
              <a:t>交互</a:t>
            </a:r>
            <a:r>
              <a:rPr lang="en-US" altLang="zh-CN" sz="14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</a:rPr>
              <a:t>获取数据来展示的，为客户提供更专业的账户分析报告，对客户的长期交易行为进行统计、分析，为后续的决策提供参考。这次需要把里面部分功能拆解出来，单独做成一个</a:t>
            </a:r>
            <a:r>
              <a:rPr lang="en-US" altLang="zh-CN" sz="1400" b="1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</a:rPr>
              <a:t>简洁轻便</a:t>
            </a:r>
            <a:r>
              <a:rPr lang="en-US" altLang="zh-CN" sz="14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</a:rPr>
              <a:t>的网站，方便用户使用</a:t>
            </a:r>
            <a:endParaRPr lang="en-US" altLang="zh-CN" sz="1400" dirty="0">
              <a:solidFill>
                <a:schemeClr val="bg1"/>
              </a:solidFill>
              <a:latin typeface="Century Gothic" panose="020B0502020202020204" pitchFamily="34" charset="0"/>
              <a:ea typeface="+mj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43922" y="223584"/>
            <a:ext cx="11887200" cy="307340"/>
            <a:chOff x="143922" y="776034"/>
            <a:chExt cx="11887200" cy="307340"/>
          </a:xfrm>
        </p:grpSpPr>
        <p:sp>
          <p:nvSpPr>
            <p:cNvPr id="15" name="MH_Entry_1"/>
            <p:cNvSpPr/>
            <p:nvPr>
              <p:custDataLst>
                <p:tags r:id="rId2"/>
              </p:custDataLst>
            </p:nvPr>
          </p:nvSpPr>
          <p:spPr>
            <a:xfrm>
              <a:off x="4539167" y="776034"/>
              <a:ext cx="2751619" cy="307340"/>
            </a:xfrm>
            <a:custGeom>
              <a:avLst/>
              <a:gdLst>
                <a:gd name="connsiteX0" fmla="*/ 0 w 2520280"/>
                <a:gd name="connsiteY0" fmla="*/ 1584176 h 1872208"/>
                <a:gd name="connsiteX1" fmla="*/ 2520280 w 2520280"/>
                <a:gd name="connsiteY1" fmla="*/ 1584176 h 1872208"/>
                <a:gd name="connsiteX2" fmla="*/ 2520280 w 2520280"/>
                <a:gd name="connsiteY2" fmla="*/ 1872208 h 1872208"/>
                <a:gd name="connsiteX3" fmla="*/ 0 w 2520280"/>
                <a:gd name="connsiteY3" fmla="*/ 1872208 h 1872208"/>
                <a:gd name="connsiteX4" fmla="*/ 0 w 2520280"/>
                <a:gd name="connsiteY4" fmla="*/ 1584176 h 1872208"/>
                <a:gd name="connsiteX5" fmla="*/ 0 w 2520280"/>
                <a:gd name="connsiteY5" fmla="*/ 0 h 1872208"/>
                <a:gd name="connsiteX6" fmla="*/ 2520280 w 2520280"/>
                <a:gd name="connsiteY6" fmla="*/ 0 h 1872208"/>
                <a:gd name="connsiteX7" fmla="*/ 2520280 w 2520280"/>
                <a:gd name="connsiteY7" fmla="*/ 288032 h 1872208"/>
                <a:gd name="connsiteX8" fmla="*/ 0 w 2520280"/>
                <a:gd name="connsiteY8" fmla="*/ 0 h 1872208"/>
                <a:gd name="connsiteX0-1" fmla="*/ 0 w 2520280"/>
                <a:gd name="connsiteY0-2" fmla="*/ 1584176 h 1872208"/>
                <a:gd name="connsiteX1-3" fmla="*/ 2520280 w 2520280"/>
                <a:gd name="connsiteY1-4" fmla="*/ 1584176 h 1872208"/>
                <a:gd name="connsiteX2-5" fmla="*/ 2520280 w 2520280"/>
                <a:gd name="connsiteY2-6" fmla="*/ 1872208 h 1872208"/>
                <a:gd name="connsiteX3-7" fmla="*/ 0 w 2520280"/>
                <a:gd name="connsiteY3-8" fmla="*/ 1872208 h 1872208"/>
                <a:gd name="connsiteX4-9" fmla="*/ 0 w 2520280"/>
                <a:gd name="connsiteY4-10" fmla="*/ 1584176 h 1872208"/>
                <a:gd name="connsiteX5-11" fmla="*/ 0 w 2520280"/>
                <a:gd name="connsiteY5-12" fmla="*/ 0 h 1872208"/>
                <a:gd name="connsiteX6-13" fmla="*/ 2520280 w 2520280"/>
                <a:gd name="connsiteY6-14" fmla="*/ 0 h 1872208"/>
                <a:gd name="connsiteX7-15" fmla="*/ 0 w 2520280"/>
                <a:gd name="connsiteY7-16" fmla="*/ 0 h 1872208"/>
                <a:gd name="connsiteX0-17" fmla="*/ 0 w 2520280"/>
                <a:gd name="connsiteY0-18" fmla="*/ 1872208 h 1872208"/>
                <a:gd name="connsiteX1-19" fmla="*/ 2520280 w 2520280"/>
                <a:gd name="connsiteY1-20" fmla="*/ 1584176 h 1872208"/>
                <a:gd name="connsiteX2-21" fmla="*/ 2520280 w 2520280"/>
                <a:gd name="connsiteY2-22" fmla="*/ 1872208 h 1872208"/>
                <a:gd name="connsiteX3-23" fmla="*/ 0 w 2520280"/>
                <a:gd name="connsiteY3-24" fmla="*/ 1872208 h 1872208"/>
                <a:gd name="connsiteX4-25" fmla="*/ 0 w 2520280"/>
                <a:gd name="connsiteY4-26" fmla="*/ 0 h 1872208"/>
                <a:gd name="connsiteX5-27" fmla="*/ 2520280 w 2520280"/>
                <a:gd name="connsiteY5-28" fmla="*/ 0 h 1872208"/>
                <a:gd name="connsiteX6-29" fmla="*/ 0 w 2520280"/>
                <a:gd name="connsiteY6-30" fmla="*/ 0 h 1872208"/>
                <a:gd name="connsiteX0-31" fmla="*/ 0 w 2520280"/>
                <a:gd name="connsiteY0-32" fmla="*/ 1872208 h 1872208"/>
                <a:gd name="connsiteX1-33" fmla="*/ 2520280 w 2520280"/>
                <a:gd name="connsiteY1-34" fmla="*/ 1872208 h 1872208"/>
                <a:gd name="connsiteX2-35" fmla="*/ 0 w 2520280"/>
                <a:gd name="connsiteY2-36" fmla="*/ 1872208 h 1872208"/>
                <a:gd name="connsiteX3-37" fmla="*/ 0 w 2520280"/>
                <a:gd name="connsiteY3-38" fmla="*/ 0 h 1872208"/>
                <a:gd name="connsiteX4-39" fmla="*/ 2520280 w 2520280"/>
                <a:gd name="connsiteY4-40" fmla="*/ 0 h 1872208"/>
                <a:gd name="connsiteX5-41" fmla="*/ 0 w 2520280"/>
                <a:gd name="connsiteY5-42" fmla="*/ 0 h 1872208"/>
                <a:gd name="connsiteX0-43" fmla="*/ 0 w 2520280"/>
                <a:gd name="connsiteY0-44" fmla="*/ 1872208 h 1872208"/>
                <a:gd name="connsiteX1-45" fmla="*/ 2520280 w 2520280"/>
                <a:gd name="connsiteY1-46" fmla="*/ 1872208 h 1872208"/>
                <a:gd name="connsiteX2-47" fmla="*/ 0 w 2520280"/>
                <a:gd name="connsiteY2-48" fmla="*/ 1872208 h 1872208"/>
                <a:gd name="connsiteX3-49" fmla="*/ 0 w 2520280"/>
                <a:gd name="connsiteY3-50" fmla="*/ 0 h 1872208"/>
                <a:gd name="connsiteX4-51" fmla="*/ 34255 w 2520280"/>
                <a:gd name="connsiteY4-52" fmla="*/ 0 h 1872208"/>
                <a:gd name="connsiteX5-53" fmla="*/ 0 w 2520280"/>
                <a:gd name="connsiteY5-54" fmla="*/ 0 h 1872208"/>
                <a:gd name="connsiteX0-55" fmla="*/ 0 w 2520280"/>
                <a:gd name="connsiteY0-56" fmla="*/ 1872208 h 1872208"/>
                <a:gd name="connsiteX1-57" fmla="*/ 2520280 w 2520280"/>
                <a:gd name="connsiteY1-58" fmla="*/ 1872208 h 1872208"/>
                <a:gd name="connsiteX2-59" fmla="*/ 0 w 2520280"/>
                <a:gd name="connsiteY2-60" fmla="*/ 1872208 h 1872208"/>
                <a:gd name="connsiteX3-61" fmla="*/ 0 w 2520280"/>
                <a:gd name="connsiteY3-62" fmla="*/ 0 h 1872208"/>
                <a:gd name="connsiteX4-63" fmla="*/ 917 w 2520280"/>
                <a:gd name="connsiteY4-64" fmla="*/ 6036 h 1872208"/>
                <a:gd name="connsiteX5-65" fmla="*/ 0 w 2520280"/>
                <a:gd name="connsiteY5-66" fmla="*/ 0 h 1872208"/>
                <a:gd name="connsiteX0-67" fmla="*/ 0 w 2520280"/>
                <a:gd name="connsiteY0-68" fmla="*/ 1890314 h 1890314"/>
                <a:gd name="connsiteX1-69" fmla="*/ 2520280 w 2520280"/>
                <a:gd name="connsiteY1-70" fmla="*/ 1890314 h 1890314"/>
                <a:gd name="connsiteX2-71" fmla="*/ 0 w 2520280"/>
                <a:gd name="connsiteY2-72" fmla="*/ 1890314 h 1890314"/>
                <a:gd name="connsiteX3-73" fmla="*/ 0 w 2520280"/>
                <a:gd name="connsiteY3-74" fmla="*/ 18106 h 1890314"/>
                <a:gd name="connsiteX4-75" fmla="*/ 53304 w 2520280"/>
                <a:gd name="connsiteY4-76" fmla="*/ 0 h 1890314"/>
                <a:gd name="connsiteX5-77" fmla="*/ 0 w 2520280"/>
                <a:gd name="connsiteY5-78" fmla="*/ 18106 h 1890314"/>
                <a:gd name="connsiteX0-79" fmla="*/ 0 w 2520280"/>
                <a:gd name="connsiteY0-80" fmla="*/ 1872208 h 1872208"/>
                <a:gd name="connsiteX1-81" fmla="*/ 2520280 w 2520280"/>
                <a:gd name="connsiteY1-82" fmla="*/ 1872208 h 1872208"/>
                <a:gd name="connsiteX2-83" fmla="*/ 0 w 2520280"/>
                <a:gd name="connsiteY2-84" fmla="*/ 1872208 h 1872208"/>
                <a:gd name="connsiteX3-85" fmla="*/ 0 w 2520280"/>
                <a:gd name="connsiteY3-86" fmla="*/ 0 h 1872208"/>
                <a:gd name="connsiteX4-87" fmla="*/ 916 w 2520280"/>
                <a:gd name="connsiteY4-88" fmla="*/ 0 h 1872208"/>
                <a:gd name="connsiteX5-89" fmla="*/ 0 w 2520280"/>
                <a:gd name="connsiteY5-90" fmla="*/ 0 h 187220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2520280" h="1872208">
                  <a:moveTo>
                    <a:pt x="0" y="1872208"/>
                  </a:moveTo>
                  <a:lnTo>
                    <a:pt x="2520280" y="1872208"/>
                  </a:lnTo>
                  <a:lnTo>
                    <a:pt x="0" y="1872208"/>
                  </a:lnTo>
                  <a:close/>
                  <a:moveTo>
                    <a:pt x="0" y="0"/>
                  </a:moveTo>
                  <a:lnTo>
                    <a:pt x="91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sq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spAutoFit/>
            </a:bodyPr>
            <a:lstStyle/>
            <a:p>
              <a:pPr algn="dist" defTabSz="1146175" fontAlgn="base">
                <a:spcBef>
                  <a:spcPct val="0"/>
                </a:spcBef>
                <a:spcAft>
                  <a:spcPct val="0"/>
                </a:spcAft>
              </a:pPr>
              <a:r>
                <a:rPr sz="2000" b="1" dirty="0">
                  <a:solidFill>
                    <a:srgbClr val="132E4A"/>
                  </a:solidFill>
                  <a:latin typeface="等线 Light" panose="02010600030101010101" pitchFamily="2" charset="-122"/>
                  <a:ea typeface="等线 Light" panose="02010600030101010101" pitchFamily="2" charset="-122"/>
                  <a:sym typeface="iekie-Weilaiti" panose="02010601030101010101" pitchFamily="2" charset="-128"/>
                </a:rPr>
                <a:t>期货账户分析网站</a:t>
              </a:r>
              <a:endParaRPr lang="zh-CN" altLang="en-US" sz="2000" dirty="0">
                <a:solidFill>
                  <a:schemeClr val="bg2">
                    <a:lumMod val="1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sym typeface="Arial" panose="020B0604020202020204" pitchFamily="34" charset="0"/>
              </a:endParaRPr>
            </a:p>
          </p:txBody>
        </p:sp>
        <p:cxnSp>
          <p:nvCxnSpPr>
            <p:cNvPr id="16" name="直接连接符 3"/>
            <p:cNvCxnSpPr/>
            <p:nvPr/>
          </p:nvCxnSpPr>
          <p:spPr>
            <a:xfrm>
              <a:off x="143922" y="926390"/>
              <a:ext cx="4097867" cy="0"/>
            </a:xfrm>
            <a:prstGeom prst="line">
              <a:avLst/>
            </a:prstGeom>
            <a:ln w="12700">
              <a:solidFill>
                <a:srgbClr val="132E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4"/>
            <p:cNvCxnSpPr/>
            <p:nvPr/>
          </p:nvCxnSpPr>
          <p:spPr>
            <a:xfrm>
              <a:off x="7658318" y="909703"/>
              <a:ext cx="4372804" cy="0"/>
            </a:xfrm>
            <a:prstGeom prst="line">
              <a:avLst/>
            </a:prstGeom>
            <a:ln w="12700">
              <a:solidFill>
                <a:srgbClr val="132E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randomBar dir="vert"/>
      </p:transition>
    </mc:Choice>
    <mc:Fallback>
      <p:transition spd="slow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5" grpId="0" bldLvl="0" animBg="1"/>
      <p:bldP spid="7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67000">
              <a:srgbClr val="F0F1F3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143922" y="223584"/>
            <a:ext cx="11887200" cy="307340"/>
            <a:chOff x="143922" y="776034"/>
            <a:chExt cx="11887200" cy="307340"/>
          </a:xfrm>
        </p:grpSpPr>
        <p:sp>
          <p:nvSpPr>
            <p:cNvPr id="19" name="MH_Entry_1"/>
            <p:cNvSpPr/>
            <p:nvPr>
              <p:custDataLst>
                <p:tags r:id="rId1"/>
              </p:custDataLst>
            </p:nvPr>
          </p:nvSpPr>
          <p:spPr>
            <a:xfrm>
              <a:off x="4539167" y="776034"/>
              <a:ext cx="2751619" cy="307340"/>
            </a:xfrm>
            <a:custGeom>
              <a:avLst/>
              <a:gdLst>
                <a:gd name="connsiteX0" fmla="*/ 0 w 2520280"/>
                <a:gd name="connsiteY0" fmla="*/ 1584176 h 1872208"/>
                <a:gd name="connsiteX1" fmla="*/ 2520280 w 2520280"/>
                <a:gd name="connsiteY1" fmla="*/ 1584176 h 1872208"/>
                <a:gd name="connsiteX2" fmla="*/ 2520280 w 2520280"/>
                <a:gd name="connsiteY2" fmla="*/ 1872208 h 1872208"/>
                <a:gd name="connsiteX3" fmla="*/ 0 w 2520280"/>
                <a:gd name="connsiteY3" fmla="*/ 1872208 h 1872208"/>
                <a:gd name="connsiteX4" fmla="*/ 0 w 2520280"/>
                <a:gd name="connsiteY4" fmla="*/ 1584176 h 1872208"/>
                <a:gd name="connsiteX5" fmla="*/ 0 w 2520280"/>
                <a:gd name="connsiteY5" fmla="*/ 0 h 1872208"/>
                <a:gd name="connsiteX6" fmla="*/ 2520280 w 2520280"/>
                <a:gd name="connsiteY6" fmla="*/ 0 h 1872208"/>
                <a:gd name="connsiteX7" fmla="*/ 2520280 w 2520280"/>
                <a:gd name="connsiteY7" fmla="*/ 288032 h 1872208"/>
                <a:gd name="connsiteX8" fmla="*/ 0 w 2520280"/>
                <a:gd name="connsiteY8" fmla="*/ 0 h 1872208"/>
                <a:gd name="connsiteX0-1" fmla="*/ 0 w 2520280"/>
                <a:gd name="connsiteY0-2" fmla="*/ 1584176 h 1872208"/>
                <a:gd name="connsiteX1-3" fmla="*/ 2520280 w 2520280"/>
                <a:gd name="connsiteY1-4" fmla="*/ 1584176 h 1872208"/>
                <a:gd name="connsiteX2-5" fmla="*/ 2520280 w 2520280"/>
                <a:gd name="connsiteY2-6" fmla="*/ 1872208 h 1872208"/>
                <a:gd name="connsiteX3-7" fmla="*/ 0 w 2520280"/>
                <a:gd name="connsiteY3-8" fmla="*/ 1872208 h 1872208"/>
                <a:gd name="connsiteX4-9" fmla="*/ 0 w 2520280"/>
                <a:gd name="connsiteY4-10" fmla="*/ 1584176 h 1872208"/>
                <a:gd name="connsiteX5-11" fmla="*/ 0 w 2520280"/>
                <a:gd name="connsiteY5-12" fmla="*/ 0 h 1872208"/>
                <a:gd name="connsiteX6-13" fmla="*/ 2520280 w 2520280"/>
                <a:gd name="connsiteY6-14" fmla="*/ 0 h 1872208"/>
                <a:gd name="connsiteX7-15" fmla="*/ 0 w 2520280"/>
                <a:gd name="connsiteY7-16" fmla="*/ 0 h 1872208"/>
                <a:gd name="connsiteX0-17" fmla="*/ 0 w 2520280"/>
                <a:gd name="connsiteY0-18" fmla="*/ 1872208 h 1872208"/>
                <a:gd name="connsiteX1-19" fmla="*/ 2520280 w 2520280"/>
                <a:gd name="connsiteY1-20" fmla="*/ 1584176 h 1872208"/>
                <a:gd name="connsiteX2-21" fmla="*/ 2520280 w 2520280"/>
                <a:gd name="connsiteY2-22" fmla="*/ 1872208 h 1872208"/>
                <a:gd name="connsiteX3-23" fmla="*/ 0 w 2520280"/>
                <a:gd name="connsiteY3-24" fmla="*/ 1872208 h 1872208"/>
                <a:gd name="connsiteX4-25" fmla="*/ 0 w 2520280"/>
                <a:gd name="connsiteY4-26" fmla="*/ 0 h 1872208"/>
                <a:gd name="connsiteX5-27" fmla="*/ 2520280 w 2520280"/>
                <a:gd name="connsiteY5-28" fmla="*/ 0 h 1872208"/>
                <a:gd name="connsiteX6-29" fmla="*/ 0 w 2520280"/>
                <a:gd name="connsiteY6-30" fmla="*/ 0 h 1872208"/>
                <a:gd name="connsiteX0-31" fmla="*/ 0 w 2520280"/>
                <a:gd name="connsiteY0-32" fmla="*/ 1872208 h 1872208"/>
                <a:gd name="connsiteX1-33" fmla="*/ 2520280 w 2520280"/>
                <a:gd name="connsiteY1-34" fmla="*/ 1872208 h 1872208"/>
                <a:gd name="connsiteX2-35" fmla="*/ 0 w 2520280"/>
                <a:gd name="connsiteY2-36" fmla="*/ 1872208 h 1872208"/>
                <a:gd name="connsiteX3-37" fmla="*/ 0 w 2520280"/>
                <a:gd name="connsiteY3-38" fmla="*/ 0 h 1872208"/>
                <a:gd name="connsiteX4-39" fmla="*/ 2520280 w 2520280"/>
                <a:gd name="connsiteY4-40" fmla="*/ 0 h 1872208"/>
                <a:gd name="connsiteX5-41" fmla="*/ 0 w 2520280"/>
                <a:gd name="connsiteY5-42" fmla="*/ 0 h 1872208"/>
                <a:gd name="connsiteX0-43" fmla="*/ 0 w 2520280"/>
                <a:gd name="connsiteY0-44" fmla="*/ 1872208 h 1872208"/>
                <a:gd name="connsiteX1-45" fmla="*/ 2520280 w 2520280"/>
                <a:gd name="connsiteY1-46" fmla="*/ 1872208 h 1872208"/>
                <a:gd name="connsiteX2-47" fmla="*/ 0 w 2520280"/>
                <a:gd name="connsiteY2-48" fmla="*/ 1872208 h 1872208"/>
                <a:gd name="connsiteX3-49" fmla="*/ 0 w 2520280"/>
                <a:gd name="connsiteY3-50" fmla="*/ 0 h 1872208"/>
                <a:gd name="connsiteX4-51" fmla="*/ 34255 w 2520280"/>
                <a:gd name="connsiteY4-52" fmla="*/ 0 h 1872208"/>
                <a:gd name="connsiteX5-53" fmla="*/ 0 w 2520280"/>
                <a:gd name="connsiteY5-54" fmla="*/ 0 h 1872208"/>
                <a:gd name="connsiteX0-55" fmla="*/ 0 w 2520280"/>
                <a:gd name="connsiteY0-56" fmla="*/ 1872208 h 1872208"/>
                <a:gd name="connsiteX1-57" fmla="*/ 2520280 w 2520280"/>
                <a:gd name="connsiteY1-58" fmla="*/ 1872208 h 1872208"/>
                <a:gd name="connsiteX2-59" fmla="*/ 0 w 2520280"/>
                <a:gd name="connsiteY2-60" fmla="*/ 1872208 h 1872208"/>
                <a:gd name="connsiteX3-61" fmla="*/ 0 w 2520280"/>
                <a:gd name="connsiteY3-62" fmla="*/ 0 h 1872208"/>
                <a:gd name="connsiteX4-63" fmla="*/ 917 w 2520280"/>
                <a:gd name="connsiteY4-64" fmla="*/ 6036 h 1872208"/>
                <a:gd name="connsiteX5-65" fmla="*/ 0 w 2520280"/>
                <a:gd name="connsiteY5-66" fmla="*/ 0 h 1872208"/>
                <a:gd name="connsiteX0-67" fmla="*/ 0 w 2520280"/>
                <a:gd name="connsiteY0-68" fmla="*/ 1890314 h 1890314"/>
                <a:gd name="connsiteX1-69" fmla="*/ 2520280 w 2520280"/>
                <a:gd name="connsiteY1-70" fmla="*/ 1890314 h 1890314"/>
                <a:gd name="connsiteX2-71" fmla="*/ 0 w 2520280"/>
                <a:gd name="connsiteY2-72" fmla="*/ 1890314 h 1890314"/>
                <a:gd name="connsiteX3-73" fmla="*/ 0 w 2520280"/>
                <a:gd name="connsiteY3-74" fmla="*/ 18106 h 1890314"/>
                <a:gd name="connsiteX4-75" fmla="*/ 53304 w 2520280"/>
                <a:gd name="connsiteY4-76" fmla="*/ 0 h 1890314"/>
                <a:gd name="connsiteX5-77" fmla="*/ 0 w 2520280"/>
                <a:gd name="connsiteY5-78" fmla="*/ 18106 h 1890314"/>
                <a:gd name="connsiteX0-79" fmla="*/ 0 w 2520280"/>
                <a:gd name="connsiteY0-80" fmla="*/ 1872208 h 1872208"/>
                <a:gd name="connsiteX1-81" fmla="*/ 2520280 w 2520280"/>
                <a:gd name="connsiteY1-82" fmla="*/ 1872208 h 1872208"/>
                <a:gd name="connsiteX2-83" fmla="*/ 0 w 2520280"/>
                <a:gd name="connsiteY2-84" fmla="*/ 1872208 h 1872208"/>
                <a:gd name="connsiteX3-85" fmla="*/ 0 w 2520280"/>
                <a:gd name="connsiteY3-86" fmla="*/ 0 h 1872208"/>
                <a:gd name="connsiteX4-87" fmla="*/ 916 w 2520280"/>
                <a:gd name="connsiteY4-88" fmla="*/ 0 h 1872208"/>
                <a:gd name="connsiteX5-89" fmla="*/ 0 w 2520280"/>
                <a:gd name="connsiteY5-90" fmla="*/ 0 h 187220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2520280" h="1872208">
                  <a:moveTo>
                    <a:pt x="0" y="1872208"/>
                  </a:moveTo>
                  <a:lnTo>
                    <a:pt x="2520280" y="1872208"/>
                  </a:lnTo>
                  <a:lnTo>
                    <a:pt x="0" y="1872208"/>
                  </a:lnTo>
                  <a:close/>
                  <a:moveTo>
                    <a:pt x="0" y="0"/>
                  </a:moveTo>
                  <a:lnTo>
                    <a:pt x="91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sq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spAutoFit/>
            </a:bodyPr>
            <a:lstStyle/>
            <a:p>
              <a:pPr algn="dist" defTabSz="1146175" fontAlgn="base">
                <a:spcBef>
                  <a:spcPct val="0"/>
                </a:spcBef>
                <a:spcAft>
                  <a:spcPct val="0"/>
                </a:spcAft>
              </a:pPr>
              <a:r>
                <a:rPr sz="2000" b="1" dirty="0">
                  <a:solidFill>
                    <a:srgbClr val="132E4A"/>
                  </a:solidFill>
                  <a:latin typeface="等线 Light" panose="02010600030101010101" pitchFamily="2" charset="-122"/>
                  <a:ea typeface="等线 Light" panose="02010600030101010101" pitchFamily="2" charset="-122"/>
                  <a:sym typeface="iekie-Weilaiti" panose="02010601030101010101" pitchFamily="2" charset="-128"/>
                </a:rPr>
                <a:t>期货账户分析网站</a:t>
              </a:r>
              <a:endParaRPr lang="zh-CN" altLang="en-US" sz="2000" dirty="0">
                <a:solidFill>
                  <a:schemeClr val="bg2">
                    <a:lumMod val="1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sym typeface="Arial" panose="020B0604020202020204" pitchFamily="34" charset="0"/>
              </a:endParaRPr>
            </a:p>
          </p:txBody>
        </p:sp>
        <p:cxnSp>
          <p:nvCxnSpPr>
            <p:cNvPr id="20" name="直接连接符 3"/>
            <p:cNvCxnSpPr/>
            <p:nvPr/>
          </p:nvCxnSpPr>
          <p:spPr>
            <a:xfrm>
              <a:off x="143922" y="926390"/>
              <a:ext cx="4097867" cy="0"/>
            </a:xfrm>
            <a:prstGeom prst="line">
              <a:avLst/>
            </a:prstGeom>
            <a:ln w="12700">
              <a:solidFill>
                <a:srgbClr val="132E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4"/>
            <p:cNvCxnSpPr/>
            <p:nvPr/>
          </p:nvCxnSpPr>
          <p:spPr>
            <a:xfrm>
              <a:off x="7658318" y="909703"/>
              <a:ext cx="4372804" cy="0"/>
            </a:xfrm>
            <a:prstGeom prst="line">
              <a:avLst/>
            </a:prstGeom>
            <a:ln w="12700">
              <a:solidFill>
                <a:srgbClr val="132E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79805" y="561975"/>
            <a:ext cx="10464165" cy="61747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randomBar dir="vert"/>
      </p:transition>
    </mc:Choice>
    <mc:Fallback>
      <p:transition spd="slow">
        <p:randomBa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67000">
              <a:srgbClr val="F0F1F3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143922" y="223584"/>
            <a:ext cx="11887200" cy="307340"/>
            <a:chOff x="143922" y="776034"/>
            <a:chExt cx="11887200" cy="307340"/>
          </a:xfrm>
        </p:grpSpPr>
        <p:sp>
          <p:nvSpPr>
            <p:cNvPr id="19" name="MH_Entry_1"/>
            <p:cNvSpPr/>
            <p:nvPr>
              <p:custDataLst>
                <p:tags r:id="rId1"/>
              </p:custDataLst>
            </p:nvPr>
          </p:nvSpPr>
          <p:spPr>
            <a:xfrm>
              <a:off x="4539167" y="776034"/>
              <a:ext cx="2751619" cy="307340"/>
            </a:xfrm>
            <a:custGeom>
              <a:avLst/>
              <a:gdLst>
                <a:gd name="connsiteX0" fmla="*/ 0 w 2520280"/>
                <a:gd name="connsiteY0" fmla="*/ 1584176 h 1872208"/>
                <a:gd name="connsiteX1" fmla="*/ 2520280 w 2520280"/>
                <a:gd name="connsiteY1" fmla="*/ 1584176 h 1872208"/>
                <a:gd name="connsiteX2" fmla="*/ 2520280 w 2520280"/>
                <a:gd name="connsiteY2" fmla="*/ 1872208 h 1872208"/>
                <a:gd name="connsiteX3" fmla="*/ 0 w 2520280"/>
                <a:gd name="connsiteY3" fmla="*/ 1872208 h 1872208"/>
                <a:gd name="connsiteX4" fmla="*/ 0 w 2520280"/>
                <a:gd name="connsiteY4" fmla="*/ 1584176 h 1872208"/>
                <a:gd name="connsiteX5" fmla="*/ 0 w 2520280"/>
                <a:gd name="connsiteY5" fmla="*/ 0 h 1872208"/>
                <a:gd name="connsiteX6" fmla="*/ 2520280 w 2520280"/>
                <a:gd name="connsiteY6" fmla="*/ 0 h 1872208"/>
                <a:gd name="connsiteX7" fmla="*/ 2520280 w 2520280"/>
                <a:gd name="connsiteY7" fmla="*/ 288032 h 1872208"/>
                <a:gd name="connsiteX8" fmla="*/ 0 w 2520280"/>
                <a:gd name="connsiteY8" fmla="*/ 0 h 1872208"/>
                <a:gd name="connsiteX0-1" fmla="*/ 0 w 2520280"/>
                <a:gd name="connsiteY0-2" fmla="*/ 1584176 h 1872208"/>
                <a:gd name="connsiteX1-3" fmla="*/ 2520280 w 2520280"/>
                <a:gd name="connsiteY1-4" fmla="*/ 1584176 h 1872208"/>
                <a:gd name="connsiteX2-5" fmla="*/ 2520280 w 2520280"/>
                <a:gd name="connsiteY2-6" fmla="*/ 1872208 h 1872208"/>
                <a:gd name="connsiteX3-7" fmla="*/ 0 w 2520280"/>
                <a:gd name="connsiteY3-8" fmla="*/ 1872208 h 1872208"/>
                <a:gd name="connsiteX4-9" fmla="*/ 0 w 2520280"/>
                <a:gd name="connsiteY4-10" fmla="*/ 1584176 h 1872208"/>
                <a:gd name="connsiteX5-11" fmla="*/ 0 w 2520280"/>
                <a:gd name="connsiteY5-12" fmla="*/ 0 h 1872208"/>
                <a:gd name="connsiteX6-13" fmla="*/ 2520280 w 2520280"/>
                <a:gd name="connsiteY6-14" fmla="*/ 0 h 1872208"/>
                <a:gd name="connsiteX7-15" fmla="*/ 0 w 2520280"/>
                <a:gd name="connsiteY7-16" fmla="*/ 0 h 1872208"/>
                <a:gd name="connsiteX0-17" fmla="*/ 0 w 2520280"/>
                <a:gd name="connsiteY0-18" fmla="*/ 1872208 h 1872208"/>
                <a:gd name="connsiteX1-19" fmla="*/ 2520280 w 2520280"/>
                <a:gd name="connsiteY1-20" fmla="*/ 1584176 h 1872208"/>
                <a:gd name="connsiteX2-21" fmla="*/ 2520280 w 2520280"/>
                <a:gd name="connsiteY2-22" fmla="*/ 1872208 h 1872208"/>
                <a:gd name="connsiteX3-23" fmla="*/ 0 w 2520280"/>
                <a:gd name="connsiteY3-24" fmla="*/ 1872208 h 1872208"/>
                <a:gd name="connsiteX4-25" fmla="*/ 0 w 2520280"/>
                <a:gd name="connsiteY4-26" fmla="*/ 0 h 1872208"/>
                <a:gd name="connsiteX5-27" fmla="*/ 2520280 w 2520280"/>
                <a:gd name="connsiteY5-28" fmla="*/ 0 h 1872208"/>
                <a:gd name="connsiteX6-29" fmla="*/ 0 w 2520280"/>
                <a:gd name="connsiteY6-30" fmla="*/ 0 h 1872208"/>
                <a:gd name="connsiteX0-31" fmla="*/ 0 w 2520280"/>
                <a:gd name="connsiteY0-32" fmla="*/ 1872208 h 1872208"/>
                <a:gd name="connsiteX1-33" fmla="*/ 2520280 w 2520280"/>
                <a:gd name="connsiteY1-34" fmla="*/ 1872208 h 1872208"/>
                <a:gd name="connsiteX2-35" fmla="*/ 0 w 2520280"/>
                <a:gd name="connsiteY2-36" fmla="*/ 1872208 h 1872208"/>
                <a:gd name="connsiteX3-37" fmla="*/ 0 w 2520280"/>
                <a:gd name="connsiteY3-38" fmla="*/ 0 h 1872208"/>
                <a:gd name="connsiteX4-39" fmla="*/ 2520280 w 2520280"/>
                <a:gd name="connsiteY4-40" fmla="*/ 0 h 1872208"/>
                <a:gd name="connsiteX5-41" fmla="*/ 0 w 2520280"/>
                <a:gd name="connsiteY5-42" fmla="*/ 0 h 1872208"/>
                <a:gd name="connsiteX0-43" fmla="*/ 0 w 2520280"/>
                <a:gd name="connsiteY0-44" fmla="*/ 1872208 h 1872208"/>
                <a:gd name="connsiteX1-45" fmla="*/ 2520280 w 2520280"/>
                <a:gd name="connsiteY1-46" fmla="*/ 1872208 h 1872208"/>
                <a:gd name="connsiteX2-47" fmla="*/ 0 w 2520280"/>
                <a:gd name="connsiteY2-48" fmla="*/ 1872208 h 1872208"/>
                <a:gd name="connsiteX3-49" fmla="*/ 0 w 2520280"/>
                <a:gd name="connsiteY3-50" fmla="*/ 0 h 1872208"/>
                <a:gd name="connsiteX4-51" fmla="*/ 34255 w 2520280"/>
                <a:gd name="connsiteY4-52" fmla="*/ 0 h 1872208"/>
                <a:gd name="connsiteX5-53" fmla="*/ 0 w 2520280"/>
                <a:gd name="connsiteY5-54" fmla="*/ 0 h 1872208"/>
                <a:gd name="connsiteX0-55" fmla="*/ 0 w 2520280"/>
                <a:gd name="connsiteY0-56" fmla="*/ 1872208 h 1872208"/>
                <a:gd name="connsiteX1-57" fmla="*/ 2520280 w 2520280"/>
                <a:gd name="connsiteY1-58" fmla="*/ 1872208 h 1872208"/>
                <a:gd name="connsiteX2-59" fmla="*/ 0 w 2520280"/>
                <a:gd name="connsiteY2-60" fmla="*/ 1872208 h 1872208"/>
                <a:gd name="connsiteX3-61" fmla="*/ 0 w 2520280"/>
                <a:gd name="connsiteY3-62" fmla="*/ 0 h 1872208"/>
                <a:gd name="connsiteX4-63" fmla="*/ 917 w 2520280"/>
                <a:gd name="connsiteY4-64" fmla="*/ 6036 h 1872208"/>
                <a:gd name="connsiteX5-65" fmla="*/ 0 w 2520280"/>
                <a:gd name="connsiteY5-66" fmla="*/ 0 h 1872208"/>
                <a:gd name="connsiteX0-67" fmla="*/ 0 w 2520280"/>
                <a:gd name="connsiteY0-68" fmla="*/ 1890314 h 1890314"/>
                <a:gd name="connsiteX1-69" fmla="*/ 2520280 w 2520280"/>
                <a:gd name="connsiteY1-70" fmla="*/ 1890314 h 1890314"/>
                <a:gd name="connsiteX2-71" fmla="*/ 0 w 2520280"/>
                <a:gd name="connsiteY2-72" fmla="*/ 1890314 h 1890314"/>
                <a:gd name="connsiteX3-73" fmla="*/ 0 w 2520280"/>
                <a:gd name="connsiteY3-74" fmla="*/ 18106 h 1890314"/>
                <a:gd name="connsiteX4-75" fmla="*/ 53304 w 2520280"/>
                <a:gd name="connsiteY4-76" fmla="*/ 0 h 1890314"/>
                <a:gd name="connsiteX5-77" fmla="*/ 0 w 2520280"/>
                <a:gd name="connsiteY5-78" fmla="*/ 18106 h 1890314"/>
                <a:gd name="connsiteX0-79" fmla="*/ 0 w 2520280"/>
                <a:gd name="connsiteY0-80" fmla="*/ 1872208 h 1872208"/>
                <a:gd name="connsiteX1-81" fmla="*/ 2520280 w 2520280"/>
                <a:gd name="connsiteY1-82" fmla="*/ 1872208 h 1872208"/>
                <a:gd name="connsiteX2-83" fmla="*/ 0 w 2520280"/>
                <a:gd name="connsiteY2-84" fmla="*/ 1872208 h 1872208"/>
                <a:gd name="connsiteX3-85" fmla="*/ 0 w 2520280"/>
                <a:gd name="connsiteY3-86" fmla="*/ 0 h 1872208"/>
                <a:gd name="connsiteX4-87" fmla="*/ 916 w 2520280"/>
                <a:gd name="connsiteY4-88" fmla="*/ 0 h 1872208"/>
                <a:gd name="connsiteX5-89" fmla="*/ 0 w 2520280"/>
                <a:gd name="connsiteY5-90" fmla="*/ 0 h 187220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2520280" h="1872208">
                  <a:moveTo>
                    <a:pt x="0" y="1872208"/>
                  </a:moveTo>
                  <a:lnTo>
                    <a:pt x="2520280" y="1872208"/>
                  </a:lnTo>
                  <a:lnTo>
                    <a:pt x="0" y="1872208"/>
                  </a:lnTo>
                  <a:close/>
                  <a:moveTo>
                    <a:pt x="0" y="0"/>
                  </a:moveTo>
                  <a:lnTo>
                    <a:pt x="91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sq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spAutoFit/>
            </a:bodyPr>
            <a:lstStyle/>
            <a:p>
              <a:pPr algn="dist" defTabSz="1146175" fontAlgn="base">
                <a:spcBef>
                  <a:spcPct val="0"/>
                </a:spcBef>
                <a:spcAft>
                  <a:spcPct val="0"/>
                </a:spcAft>
              </a:pPr>
              <a:r>
                <a:rPr sz="2000" b="1" dirty="0">
                  <a:solidFill>
                    <a:srgbClr val="132E4A"/>
                  </a:solidFill>
                  <a:latin typeface="等线 Light" panose="02010600030101010101" pitchFamily="2" charset="-122"/>
                  <a:ea typeface="等线 Light" panose="02010600030101010101" pitchFamily="2" charset="-122"/>
                  <a:sym typeface="iekie-Weilaiti" panose="02010601030101010101" pitchFamily="2" charset="-128"/>
                </a:rPr>
                <a:t>期货账户分析网站</a:t>
              </a:r>
              <a:endParaRPr lang="zh-CN" altLang="en-US" sz="2000" dirty="0">
                <a:solidFill>
                  <a:schemeClr val="bg2">
                    <a:lumMod val="1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sym typeface="Arial" panose="020B0604020202020204" pitchFamily="34" charset="0"/>
              </a:endParaRPr>
            </a:p>
          </p:txBody>
        </p:sp>
        <p:cxnSp>
          <p:nvCxnSpPr>
            <p:cNvPr id="20" name="直接连接符 3"/>
            <p:cNvCxnSpPr/>
            <p:nvPr/>
          </p:nvCxnSpPr>
          <p:spPr>
            <a:xfrm>
              <a:off x="143922" y="926390"/>
              <a:ext cx="4097867" cy="0"/>
            </a:xfrm>
            <a:prstGeom prst="line">
              <a:avLst/>
            </a:prstGeom>
            <a:ln w="12700">
              <a:solidFill>
                <a:srgbClr val="132E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4"/>
            <p:cNvCxnSpPr/>
            <p:nvPr/>
          </p:nvCxnSpPr>
          <p:spPr>
            <a:xfrm>
              <a:off x="7658318" y="909703"/>
              <a:ext cx="4372804" cy="0"/>
            </a:xfrm>
            <a:prstGeom prst="line">
              <a:avLst/>
            </a:prstGeom>
            <a:ln w="12700">
              <a:solidFill>
                <a:srgbClr val="132E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655570" y="877570"/>
            <a:ext cx="9257030" cy="46843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279400" y="877570"/>
            <a:ext cx="2167255" cy="4506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/>
              <a:t>账户分析</a:t>
            </a:r>
            <a:r>
              <a:rPr lang="zh-CN" altLang="en-US"/>
              <a:t> 提供全面的账户</a:t>
            </a:r>
            <a:r>
              <a:rPr lang="zh-CN" altLang="en-US" b="1"/>
              <a:t>总览</a:t>
            </a:r>
            <a:r>
              <a:rPr lang="zh-CN" altLang="en-US"/>
              <a:t>，给出账户从期初（周期开始）到期末（周期结束）的资金汇总、盈亏指标、账户风险、收益评级，以及权益曲线。方便用户全面了解账户各阶段的收益情况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randomBar dir="vert"/>
      </p:transition>
    </mc:Choice>
    <mc:Fallback>
      <p:transition spd="slow">
        <p:randomBa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67000">
              <a:srgbClr val="F0F1F3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143922" y="223584"/>
            <a:ext cx="11887200" cy="307340"/>
            <a:chOff x="143922" y="776034"/>
            <a:chExt cx="11887200" cy="307340"/>
          </a:xfrm>
        </p:grpSpPr>
        <p:sp>
          <p:nvSpPr>
            <p:cNvPr id="19" name="MH_Entry_1"/>
            <p:cNvSpPr/>
            <p:nvPr>
              <p:custDataLst>
                <p:tags r:id="rId1"/>
              </p:custDataLst>
            </p:nvPr>
          </p:nvSpPr>
          <p:spPr>
            <a:xfrm>
              <a:off x="4539167" y="776034"/>
              <a:ext cx="2751619" cy="307340"/>
            </a:xfrm>
            <a:custGeom>
              <a:avLst/>
              <a:gdLst>
                <a:gd name="connsiteX0" fmla="*/ 0 w 2520280"/>
                <a:gd name="connsiteY0" fmla="*/ 1584176 h 1872208"/>
                <a:gd name="connsiteX1" fmla="*/ 2520280 w 2520280"/>
                <a:gd name="connsiteY1" fmla="*/ 1584176 h 1872208"/>
                <a:gd name="connsiteX2" fmla="*/ 2520280 w 2520280"/>
                <a:gd name="connsiteY2" fmla="*/ 1872208 h 1872208"/>
                <a:gd name="connsiteX3" fmla="*/ 0 w 2520280"/>
                <a:gd name="connsiteY3" fmla="*/ 1872208 h 1872208"/>
                <a:gd name="connsiteX4" fmla="*/ 0 w 2520280"/>
                <a:gd name="connsiteY4" fmla="*/ 1584176 h 1872208"/>
                <a:gd name="connsiteX5" fmla="*/ 0 w 2520280"/>
                <a:gd name="connsiteY5" fmla="*/ 0 h 1872208"/>
                <a:gd name="connsiteX6" fmla="*/ 2520280 w 2520280"/>
                <a:gd name="connsiteY6" fmla="*/ 0 h 1872208"/>
                <a:gd name="connsiteX7" fmla="*/ 2520280 w 2520280"/>
                <a:gd name="connsiteY7" fmla="*/ 288032 h 1872208"/>
                <a:gd name="connsiteX8" fmla="*/ 0 w 2520280"/>
                <a:gd name="connsiteY8" fmla="*/ 0 h 1872208"/>
                <a:gd name="connsiteX0-1" fmla="*/ 0 w 2520280"/>
                <a:gd name="connsiteY0-2" fmla="*/ 1584176 h 1872208"/>
                <a:gd name="connsiteX1-3" fmla="*/ 2520280 w 2520280"/>
                <a:gd name="connsiteY1-4" fmla="*/ 1584176 h 1872208"/>
                <a:gd name="connsiteX2-5" fmla="*/ 2520280 w 2520280"/>
                <a:gd name="connsiteY2-6" fmla="*/ 1872208 h 1872208"/>
                <a:gd name="connsiteX3-7" fmla="*/ 0 w 2520280"/>
                <a:gd name="connsiteY3-8" fmla="*/ 1872208 h 1872208"/>
                <a:gd name="connsiteX4-9" fmla="*/ 0 w 2520280"/>
                <a:gd name="connsiteY4-10" fmla="*/ 1584176 h 1872208"/>
                <a:gd name="connsiteX5-11" fmla="*/ 0 w 2520280"/>
                <a:gd name="connsiteY5-12" fmla="*/ 0 h 1872208"/>
                <a:gd name="connsiteX6-13" fmla="*/ 2520280 w 2520280"/>
                <a:gd name="connsiteY6-14" fmla="*/ 0 h 1872208"/>
                <a:gd name="connsiteX7-15" fmla="*/ 0 w 2520280"/>
                <a:gd name="connsiteY7-16" fmla="*/ 0 h 1872208"/>
                <a:gd name="connsiteX0-17" fmla="*/ 0 w 2520280"/>
                <a:gd name="connsiteY0-18" fmla="*/ 1872208 h 1872208"/>
                <a:gd name="connsiteX1-19" fmla="*/ 2520280 w 2520280"/>
                <a:gd name="connsiteY1-20" fmla="*/ 1584176 h 1872208"/>
                <a:gd name="connsiteX2-21" fmla="*/ 2520280 w 2520280"/>
                <a:gd name="connsiteY2-22" fmla="*/ 1872208 h 1872208"/>
                <a:gd name="connsiteX3-23" fmla="*/ 0 w 2520280"/>
                <a:gd name="connsiteY3-24" fmla="*/ 1872208 h 1872208"/>
                <a:gd name="connsiteX4-25" fmla="*/ 0 w 2520280"/>
                <a:gd name="connsiteY4-26" fmla="*/ 0 h 1872208"/>
                <a:gd name="connsiteX5-27" fmla="*/ 2520280 w 2520280"/>
                <a:gd name="connsiteY5-28" fmla="*/ 0 h 1872208"/>
                <a:gd name="connsiteX6-29" fmla="*/ 0 w 2520280"/>
                <a:gd name="connsiteY6-30" fmla="*/ 0 h 1872208"/>
                <a:gd name="connsiteX0-31" fmla="*/ 0 w 2520280"/>
                <a:gd name="connsiteY0-32" fmla="*/ 1872208 h 1872208"/>
                <a:gd name="connsiteX1-33" fmla="*/ 2520280 w 2520280"/>
                <a:gd name="connsiteY1-34" fmla="*/ 1872208 h 1872208"/>
                <a:gd name="connsiteX2-35" fmla="*/ 0 w 2520280"/>
                <a:gd name="connsiteY2-36" fmla="*/ 1872208 h 1872208"/>
                <a:gd name="connsiteX3-37" fmla="*/ 0 w 2520280"/>
                <a:gd name="connsiteY3-38" fmla="*/ 0 h 1872208"/>
                <a:gd name="connsiteX4-39" fmla="*/ 2520280 w 2520280"/>
                <a:gd name="connsiteY4-40" fmla="*/ 0 h 1872208"/>
                <a:gd name="connsiteX5-41" fmla="*/ 0 w 2520280"/>
                <a:gd name="connsiteY5-42" fmla="*/ 0 h 1872208"/>
                <a:gd name="connsiteX0-43" fmla="*/ 0 w 2520280"/>
                <a:gd name="connsiteY0-44" fmla="*/ 1872208 h 1872208"/>
                <a:gd name="connsiteX1-45" fmla="*/ 2520280 w 2520280"/>
                <a:gd name="connsiteY1-46" fmla="*/ 1872208 h 1872208"/>
                <a:gd name="connsiteX2-47" fmla="*/ 0 w 2520280"/>
                <a:gd name="connsiteY2-48" fmla="*/ 1872208 h 1872208"/>
                <a:gd name="connsiteX3-49" fmla="*/ 0 w 2520280"/>
                <a:gd name="connsiteY3-50" fmla="*/ 0 h 1872208"/>
                <a:gd name="connsiteX4-51" fmla="*/ 34255 w 2520280"/>
                <a:gd name="connsiteY4-52" fmla="*/ 0 h 1872208"/>
                <a:gd name="connsiteX5-53" fmla="*/ 0 w 2520280"/>
                <a:gd name="connsiteY5-54" fmla="*/ 0 h 1872208"/>
                <a:gd name="connsiteX0-55" fmla="*/ 0 w 2520280"/>
                <a:gd name="connsiteY0-56" fmla="*/ 1872208 h 1872208"/>
                <a:gd name="connsiteX1-57" fmla="*/ 2520280 w 2520280"/>
                <a:gd name="connsiteY1-58" fmla="*/ 1872208 h 1872208"/>
                <a:gd name="connsiteX2-59" fmla="*/ 0 w 2520280"/>
                <a:gd name="connsiteY2-60" fmla="*/ 1872208 h 1872208"/>
                <a:gd name="connsiteX3-61" fmla="*/ 0 w 2520280"/>
                <a:gd name="connsiteY3-62" fmla="*/ 0 h 1872208"/>
                <a:gd name="connsiteX4-63" fmla="*/ 917 w 2520280"/>
                <a:gd name="connsiteY4-64" fmla="*/ 6036 h 1872208"/>
                <a:gd name="connsiteX5-65" fmla="*/ 0 w 2520280"/>
                <a:gd name="connsiteY5-66" fmla="*/ 0 h 1872208"/>
                <a:gd name="connsiteX0-67" fmla="*/ 0 w 2520280"/>
                <a:gd name="connsiteY0-68" fmla="*/ 1890314 h 1890314"/>
                <a:gd name="connsiteX1-69" fmla="*/ 2520280 w 2520280"/>
                <a:gd name="connsiteY1-70" fmla="*/ 1890314 h 1890314"/>
                <a:gd name="connsiteX2-71" fmla="*/ 0 w 2520280"/>
                <a:gd name="connsiteY2-72" fmla="*/ 1890314 h 1890314"/>
                <a:gd name="connsiteX3-73" fmla="*/ 0 w 2520280"/>
                <a:gd name="connsiteY3-74" fmla="*/ 18106 h 1890314"/>
                <a:gd name="connsiteX4-75" fmla="*/ 53304 w 2520280"/>
                <a:gd name="connsiteY4-76" fmla="*/ 0 h 1890314"/>
                <a:gd name="connsiteX5-77" fmla="*/ 0 w 2520280"/>
                <a:gd name="connsiteY5-78" fmla="*/ 18106 h 1890314"/>
                <a:gd name="connsiteX0-79" fmla="*/ 0 w 2520280"/>
                <a:gd name="connsiteY0-80" fmla="*/ 1872208 h 1872208"/>
                <a:gd name="connsiteX1-81" fmla="*/ 2520280 w 2520280"/>
                <a:gd name="connsiteY1-82" fmla="*/ 1872208 h 1872208"/>
                <a:gd name="connsiteX2-83" fmla="*/ 0 w 2520280"/>
                <a:gd name="connsiteY2-84" fmla="*/ 1872208 h 1872208"/>
                <a:gd name="connsiteX3-85" fmla="*/ 0 w 2520280"/>
                <a:gd name="connsiteY3-86" fmla="*/ 0 h 1872208"/>
                <a:gd name="connsiteX4-87" fmla="*/ 916 w 2520280"/>
                <a:gd name="connsiteY4-88" fmla="*/ 0 h 1872208"/>
                <a:gd name="connsiteX5-89" fmla="*/ 0 w 2520280"/>
                <a:gd name="connsiteY5-90" fmla="*/ 0 h 187220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2520280" h="1872208">
                  <a:moveTo>
                    <a:pt x="0" y="1872208"/>
                  </a:moveTo>
                  <a:lnTo>
                    <a:pt x="2520280" y="1872208"/>
                  </a:lnTo>
                  <a:lnTo>
                    <a:pt x="0" y="1872208"/>
                  </a:lnTo>
                  <a:close/>
                  <a:moveTo>
                    <a:pt x="0" y="0"/>
                  </a:moveTo>
                  <a:lnTo>
                    <a:pt x="91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sq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spAutoFit/>
            </a:bodyPr>
            <a:lstStyle/>
            <a:p>
              <a:pPr algn="dist" defTabSz="1146175" fontAlgn="base">
                <a:spcBef>
                  <a:spcPct val="0"/>
                </a:spcBef>
                <a:spcAft>
                  <a:spcPct val="0"/>
                </a:spcAft>
              </a:pPr>
              <a:r>
                <a:rPr sz="2000" b="1" dirty="0">
                  <a:solidFill>
                    <a:srgbClr val="132E4A"/>
                  </a:solidFill>
                  <a:latin typeface="等线 Light" panose="02010600030101010101" pitchFamily="2" charset="-122"/>
                  <a:ea typeface="等线 Light" panose="02010600030101010101" pitchFamily="2" charset="-122"/>
                  <a:sym typeface="iekie-Weilaiti" panose="02010601030101010101" pitchFamily="2" charset="-128"/>
                </a:rPr>
                <a:t>期货账户分析网站</a:t>
              </a:r>
              <a:endParaRPr lang="zh-CN" altLang="en-US" sz="2000" dirty="0">
                <a:solidFill>
                  <a:schemeClr val="bg2">
                    <a:lumMod val="1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sym typeface="Arial" panose="020B0604020202020204" pitchFamily="34" charset="0"/>
              </a:endParaRPr>
            </a:p>
          </p:txBody>
        </p:sp>
        <p:cxnSp>
          <p:nvCxnSpPr>
            <p:cNvPr id="20" name="直接连接符 3"/>
            <p:cNvCxnSpPr/>
            <p:nvPr/>
          </p:nvCxnSpPr>
          <p:spPr>
            <a:xfrm>
              <a:off x="143922" y="926390"/>
              <a:ext cx="4097867" cy="0"/>
            </a:xfrm>
            <a:prstGeom prst="line">
              <a:avLst/>
            </a:prstGeom>
            <a:ln w="12700">
              <a:solidFill>
                <a:srgbClr val="132E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4"/>
            <p:cNvCxnSpPr/>
            <p:nvPr/>
          </p:nvCxnSpPr>
          <p:spPr>
            <a:xfrm>
              <a:off x="7658318" y="909703"/>
              <a:ext cx="4372804" cy="0"/>
            </a:xfrm>
            <a:prstGeom prst="line">
              <a:avLst/>
            </a:prstGeom>
            <a:ln w="12700">
              <a:solidFill>
                <a:srgbClr val="132E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559435" y="807720"/>
            <a:ext cx="2638425" cy="4506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/>
              <a:t>交易统计</a:t>
            </a:r>
            <a:r>
              <a:rPr lang="zh-CN" altLang="en-US"/>
              <a:t> 汇总统计报告期内 多头、空头盈/亏前五名信息，以及每个合约在报告期内的交易手数、次数、以及多空交易情况，哪个合约赚的多，哪个合约赚的少都可以清清楚楚的看到。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413" r="174"/>
          <a:stretch>
            <a:fillRect/>
          </a:stretch>
        </p:blipFill>
        <p:spPr>
          <a:xfrm>
            <a:off x="3599180" y="608965"/>
            <a:ext cx="7193280" cy="60566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randomBar dir="vert"/>
      </p:transition>
    </mc:Choice>
    <mc:Fallback>
      <p:transition spd="slow">
        <p:randomBa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67000">
              <a:srgbClr val="F0F1F3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143922" y="223584"/>
            <a:ext cx="11887200" cy="307340"/>
            <a:chOff x="143922" y="776034"/>
            <a:chExt cx="11887200" cy="307340"/>
          </a:xfrm>
        </p:grpSpPr>
        <p:sp>
          <p:nvSpPr>
            <p:cNvPr id="19" name="MH_Entry_1"/>
            <p:cNvSpPr/>
            <p:nvPr>
              <p:custDataLst>
                <p:tags r:id="rId1"/>
              </p:custDataLst>
            </p:nvPr>
          </p:nvSpPr>
          <p:spPr>
            <a:xfrm>
              <a:off x="4539167" y="776034"/>
              <a:ext cx="2751619" cy="307340"/>
            </a:xfrm>
            <a:custGeom>
              <a:avLst/>
              <a:gdLst>
                <a:gd name="connsiteX0" fmla="*/ 0 w 2520280"/>
                <a:gd name="connsiteY0" fmla="*/ 1584176 h 1872208"/>
                <a:gd name="connsiteX1" fmla="*/ 2520280 w 2520280"/>
                <a:gd name="connsiteY1" fmla="*/ 1584176 h 1872208"/>
                <a:gd name="connsiteX2" fmla="*/ 2520280 w 2520280"/>
                <a:gd name="connsiteY2" fmla="*/ 1872208 h 1872208"/>
                <a:gd name="connsiteX3" fmla="*/ 0 w 2520280"/>
                <a:gd name="connsiteY3" fmla="*/ 1872208 h 1872208"/>
                <a:gd name="connsiteX4" fmla="*/ 0 w 2520280"/>
                <a:gd name="connsiteY4" fmla="*/ 1584176 h 1872208"/>
                <a:gd name="connsiteX5" fmla="*/ 0 w 2520280"/>
                <a:gd name="connsiteY5" fmla="*/ 0 h 1872208"/>
                <a:gd name="connsiteX6" fmla="*/ 2520280 w 2520280"/>
                <a:gd name="connsiteY6" fmla="*/ 0 h 1872208"/>
                <a:gd name="connsiteX7" fmla="*/ 2520280 w 2520280"/>
                <a:gd name="connsiteY7" fmla="*/ 288032 h 1872208"/>
                <a:gd name="connsiteX8" fmla="*/ 0 w 2520280"/>
                <a:gd name="connsiteY8" fmla="*/ 0 h 1872208"/>
                <a:gd name="connsiteX0-1" fmla="*/ 0 w 2520280"/>
                <a:gd name="connsiteY0-2" fmla="*/ 1584176 h 1872208"/>
                <a:gd name="connsiteX1-3" fmla="*/ 2520280 w 2520280"/>
                <a:gd name="connsiteY1-4" fmla="*/ 1584176 h 1872208"/>
                <a:gd name="connsiteX2-5" fmla="*/ 2520280 w 2520280"/>
                <a:gd name="connsiteY2-6" fmla="*/ 1872208 h 1872208"/>
                <a:gd name="connsiteX3-7" fmla="*/ 0 w 2520280"/>
                <a:gd name="connsiteY3-8" fmla="*/ 1872208 h 1872208"/>
                <a:gd name="connsiteX4-9" fmla="*/ 0 w 2520280"/>
                <a:gd name="connsiteY4-10" fmla="*/ 1584176 h 1872208"/>
                <a:gd name="connsiteX5-11" fmla="*/ 0 w 2520280"/>
                <a:gd name="connsiteY5-12" fmla="*/ 0 h 1872208"/>
                <a:gd name="connsiteX6-13" fmla="*/ 2520280 w 2520280"/>
                <a:gd name="connsiteY6-14" fmla="*/ 0 h 1872208"/>
                <a:gd name="connsiteX7-15" fmla="*/ 0 w 2520280"/>
                <a:gd name="connsiteY7-16" fmla="*/ 0 h 1872208"/>
                <a:gd name="connsiteX0-17" fmla="*/ 0 w 2520280"/>
                <a:gd name="connsiteY0-18" fmla="*/ 1872208 h 1872208"/>
                <a:gd name="connsiteX1-19" fmla="*/ 2520280 w 2520280"/>
                <a:gd name="connsiteY1-20" fmla="*/ 1584176 h 1872208"/>
                <a:gd name="connsiteX2-21" fmla="*/ 2520280 w 2520280"/>
                <a:gd name="connsiteY2-22" fmla="*/ 1872208 h 1872208"/>
                <a:gd name="connsiteX3-23" fmla="*/ 0 w 2520280"/>
                <a:gd name="connsiteY3-24" fmla="*/ 1872208 h 1872208"/>
                <a:gd name="connsiteX4-25" fmla="*/ 0 w 2520280"/>
                <a:gd name="connsiteY4-26" fmla="*/ 0 h 1872208"/>
                <a:gd name="connsiteX5-27" fmla="*/ 2520280 w 2520280"/>
                <a:gd name="connsiteY5-28" fmla="*/ 0 h 1872208"/>
                <a:gd name="connsiteX6-29" fmla="*/ 0 w 2520280"/>
                <a:gd name="connsiteY6-30" fmla="*/ 0 h 1872208"/>
                <a:gd name="connsiteX0-31" fmla="*/ 0 w 2520280"/>
                <a:gd name="connsiteY0-32" fmla="*/ 1872208 h 1872208"/>
                <a:gd name="connsiteX1-33" fmla="*/ 2520280 w 2520280"/>
                <a:gd name="connsiteY1-34" fmla="*/ 1872208 h 1872208"/>
                <a:gd name="connsiteX2-35" fmla="*/ 0 w 2520280"/>
                <a:gd name="connsiteY2-36" fmla="*/ 1872208 h 1872208"/>
                <a:gd name="connsiteX3-37" fmla="*/ 0 w 2520280"/>
                <a:gd name="connsiteY3-38" fmla="*/ 0 h 1872208"/>
                <a:gd name="connsiteX4-39" fmla="*/ 2520280 w 2520280"/>
                <a:gd name="connsiteY4-40" fmla="*/ 0 h 1872208"/>
                <a:gd name="connsiteX5-41" fmla="*/ 0 w 2520280"/>
                <a:gd name="connsiteY5-42" fmla="*/ 0 h 1872208"/>
                <a:gd name="connsiteX0-43" fmla="*/ 0 w 2520280"/>
                <a:gd name="connsiteY0-44" fmla="*/ 1872208 h 1872208"/>
                <a:gd name="connsiteX1-45" fmla="*/ 2520280 w 2520280"/>
                <a:gd name="connsiteY1-46" fmla="*/ 1872208 h 1872208"/>
                <a:gd name="connsiteX2-47" fmla="*/ 0 w 2520280"/>
                <a:gd name="connsiteY2-48" fmla="*/ 1872208 h 1872208"/>
                <a:gd name="connsiteX3-49" fmla="*/ 0 w 2520280"/>
                <a:gd name="connsiteY3-50" fmla="*/ 0 h 1872208"/>
                <a:gd name="connsiteX4-51" fmla="*/ 34255 w 2520280"/>
                <a:gd name="connsiteY4-52" fmla="*/ 0 h 1872208"/>
                <a:gd name="connsiteX5-53" fmla="*/ 0 w 2520280"/>
                <a:gd name="connsiteY5-54" fmla="*/ 0 h 1872208"/>
                <a:gd name="connsiteX0-55" fmla="*/ 0 w 2520280"/>
                <a:gd name="connsiteY0-56" fmla="*/ 1872208 h 1872208"/>
                <a:gd name="connsiteX1-57" fmla="*/ 2520280 w 2520280"/>
                <a:gd name="connsiteY1-58" fmla="*/ 1872208 h 1872208"/>
                <a:gd name="connsiteX2-59" fmla="*/ 0 w 2520280"/>
                <a:gd name="connsiteY2-60" fmla="*/ 1872208 h 1872208"/>
                <a:gd name="connsiteX3-61" fmla="*/ 0 w 2520280"/>
                <a:gd name="connsiteY3-62" fmla="*/ 0 h 1872208"/>
                <a:gd name="connsiteX4-63" fmla="*/ 917 w 2520280"/>
                <a:gd name="connsiteY4-64" fmla="*/ 6036 h 1872208"/>
                <a:gd name="connsiteX5-65" fmla="*/ 0 w 2520280"/>
                <a:gd name="connsiteY5-66" fmla="*/ 0 h 1872208"/>
                <a:gd name="connsiteX0-67" fmla="*/ 0 w 2520280"/>
                <a:gd name="connsiteY0-68" fmla="*/ 1890314 h 1890314"/>
                <a:gd name="connsiteX1-69" fmla="*/ 2520280 w 2520280"/>
                <a:gd name="connsiteY1-70" fmla="*/ 1890314 h 1890314"/>
                <a:gd name="connsiteX2-71" fmla="*/ 0 w 2520280"/>
                <a:gd name="connsiteY2-72" fmla="*/ 1890314 h 1890314"/>
                <a:gd name="connsiteX3-73" fmla="*/ 0 w 2520280"/>
                <a:gd name="connsiteY3-74" fmla="*/ 18106 h 1890314"/>
                <a:gd name="connsiteX4-75" fmla="*/ 53304 w 2520280"/>
                <a:gd name="connsiteY4-76" fmla="*/ 0 h 1890314"/>
                <a:gd name="connsiteX5-77" fmla="*/ 0 w 2520280"/>
                <a:gd name="connsiteY5-78" fmla="*/ 18106 h 1890314"/>
                <a:gd name="connsiteX0-79" fmla="*/ 0 w 2520280"/>
                <a:gd name="connsiteY0-80" fmla="*/ 1872208 h 1872208"/>
                <a:gd name="connsiteX1-81" fmla="*/ 2520280 w 2520280"/>
                <a:gd name="connsiteY1-82" fmla="*/ 1872208 h 1872208"/>
                <a:gd name="connsiteX2-83" fmla="*/ 0 w 2520280"/>
                <a:gd name="connsiteY2-84" fmla="*/ 1872208 h 1872208"/>
                <a:gd name="connsiteX3-85" fmla="*/ 0 w 2520280"/>
                <a:gd name="connsiteY3-86" fmla="*/ 0 h 1872208"/>
                <a:gd name="connsiteX4-87" fmla="*/ 916 w 2520280"/>
                <a:gd name="connsiteY4-88" fmla="*/ 0 h 1872208"/>
                <a:gd name="connsiteX5-89" fmla="*/ 0 w 2520280"/>
                <a:gd name="connsiteY5-90" fmla="*/ 0 h 187220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2520280" h="1872208">
                  <a:moveTo>
                    <a:pt x="0" y="1872208"/>
                  </a:moveTo>
                  <a:lnTo>
                    <a:pt x="2520280" y="1872208"/>
                  </a:lnTo>
                  <a:lnTo>
                    <a:pt x="0" y="1872208"/>
                  </a:lnTo>
                  <a:close/>
                  <a:moveTo>
                    <a:pt x="0" y="0"/>
                  </a:moveTo>
                  <a:lnTo>
                    <a:pt x="91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sq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spAutoFit/>
            </a:bodyPr>
            <a:lstStyle/>
            <a:p>
              <a:pPr algn="dist" defTabSz="1146175" fontAlgn="base">
                <a:spcBef>
                  <a:spcPct val="0"/>
                </a:spcBef>
                <a:spcAft>
                  <a:spcPct val="0"/>
                </a:spcAft>
              </a:pPr>
              <a:r>
                <a:rPr sz="2000" b="1" dirty="0">
                  <a:solidFill>
                    <a:srgbClr val="132E4A"/>
                  </a:solidFill>
                  <a:latin typeface="等线 Light" panose="02010600030101010101" pitchFamily="2" charset="-122"/>
                  <a:ea typeface="等线 Light" panose="02010600030101010101" pitchFamily="2" charset="-122"/>
                  <a:sym typeface="iekie-Weilaiti" panose="02010601030101010101" pitchFamily="2" charset="-128"/>
                </a:rPr>
                <a:t>期货账户分析网站</a:t>
              </a:r>
              <a:endParaRPr lang="zh-CN" altLang="en-US" sz="2000" dirty="0">
                <a:solidFill>
                  <a:schemeClr val="bg2">
                    <a:lumMod val="1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sym typeface="Arial" panose="020B0604020202020204" pitchFamily="34" charset="0"/>
              </a:endParaRPr>
            </a:p>
          </p:txBody>
        </p:sp>
        <p:cxnSp>
          <p:nvCxnSpPr>
            <p:cNvPr id="20" name="直接连接符 3"/>
            <p:cNvCxnSpPr/>
            <p:nvPr/>
          </p:nvCxnSpPr>
          <p:spPr>
            <a:xfrm>
              <a:off x="143922" y="926390"/>
              <a:ext cx="4097867" cy="0"/>
            </a:xfrm>
            <a:prstGeom prst="line">
              <a:avLst/>
            </a:prstGeom>
            <a:ln w="12700">
              <a:solidFill>
                <a:srgbClr val="132E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4"/>
            <p:cNvCxnSpPr/>
            <p:nvPr/>
          </p:nvCxnSpPr>
          <p:spPr>
            <a:xfrm>
              <a:off x="7658318" y="909703"/>
              <a:ext cx="4372804" cy="0"/>
            </a:xfrm>
            <a:prstGeom prst="line">
              <a:avLst/>
            </a:prstGeom>
            <a:ln w="12700">
              <a:solidFill>
                <a:srgbClr val="132E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559435" y="807720"/>
            <a:ext cx="2638425" cy="4506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/>
              <a:t>平仓记录</a:t>
            </a:r>
            <a:r>
              <a:rPr lang="zh-CN" altLang="en-US"/>
              <a:t> 根据账户的平仓顺序，详细记录了每一笔交易的平仓情况，并汇总报告期的总平仓盈亏和手续费成本，有助于用户了解每一笔交易的盈亏详情，分析账户的交易胜率。</a:t>
            </a: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774" t="-106" r="860" b="645"/>
          <a:stretch>
            <a:fillRect/>
          </a:stretch>
        </p:blipFill>
        <p:spPr>
          <a:xfrm>
            <a:off x="3722370" y="657860"/>
            <a:ext cx="7210425" cy="58991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randomBar dir="vert"/>
      </p:transition>
    </mc:Choice>
    <mc:Fallback>
      <p:transition spd="slow">
        <p:randomBa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67000">
              <a:srgbClr val="F0F1F3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143922" y="223584"/>
            <a:ext cx="11887200" cy="307340"/>
            <a:chOff x="143922" y="776034"/>
            <a:chExt cx="11887200" cy="307340"/>
          </a:xfrm>
        </p:grpSpPr>
        <p:sp>
          <p:nvSpPr>
            <p:cNvPr id="19" name="MH_Entry_1"/>
            <p:cNvSpPr/>
            <p:nvPr>
              <p:custDataLst>
                <p:tags r:id="rId1"/>
              </p:custDataLst>
            </p:nvPr>
          </p:nvSpPr>
          <p:spPr>
            <a:xfrm>
              <a:off x="4539167" y="776034"/>
              <a:ext cx="2751619" cy="307340"/>
            </a:xfrm>
            <a:custGeom>
              <a:avLst/>
              <a:gdLst>
                <a:gd name="connsiteX0" fmla="*/ 0 w 2520280"/>
                <a:gd name="connsiteY0" fmla="*/ 1584176 h 1872208"/>
                <a:gd name="connsiteX1" fmla="*/ 2520280 w 2520280"/>
                <a:gd name="connsiteY1" fmla="*/ 1584176 h 1872208"/>
                <a:gd name="connsiteX2" fmla="*/ 2520280 w 2520280"/>
                <a:gd name="connsiteY2" fmla="*/ 1872208 h 1872208"/>
                <a:gd name="connsiteX3" fmla="*/ 0 w 2520280"/>
                <a:gd name="connsiteY3" fmla="*/ 1872208 h 1872208"/>
                <a:gd name="connsiteX4" fmla="*/ 0 w 2520280"/>
                <a:gd name="connsiteY4" fmla="*/ 1584176 h 1872208"/>
                <a:gd name="connsiteX5" fmla="*/ 0 w 2520280"/>
                <a:gd name="connsiteY5" fmla="*/ 0 h 1872208"/>
                <a:gd name="connsiteX6" fmla="*/ 2520280 w 2520280"/>
                <a:gd name="connsiteY6" fmla="*/ 0 h 1872208"/>
                <a:gd name="connsiteX7" fmla="*/ 2520280 w 2520280"/>
                <a:gd name="connsiteY7" fmla="*/ 288032 h 1872208"/>
                <a:gd name="connsiteX8" fmla="*/ 0 w 2520280"/>
                <a:gd name="connsiteY8" fmla="*/ 0 h 1872208"/>
                <a:gd name="connsiteX0-1" fmla="*/ 0 w 2520280"/>
                <a:gd name="connsiteY0-2" fmla="*/ 1584176 h 1872208"/>
                <a:gd name="connsiteX1-3" fmla="*/ 2520280 w 2520280"/>
                <a:gd name="connsiteY1-4" fmla="*/ 1584176 h 1872208"/>
                <a:gd name="connsiteX2-5" fmla="*/ 2520280 w 2520280"/>
                <a:gd name="connsiteY2-6" fmla="*/ 1872208 h 1872208"/>
                <a:gd name="connsiteX3-7" fmla="*/ 0 w 2520280"/>
                <a:gd name="connsiteY3-8" fmla="*/ 1872208 h 1872208"/>
                <a:gd name="connsiteX4-9" fmla="*/ 0 w 2520280"/>
                <a:gd name="connsiteY4-10" fmla="*/ 1584176 h 1872208"/>
                <a:gd name="connsiteX5-11" fmla="*/ 0 w 2520280"/>
                <a:gd name="connsiteY5-12" fmla="*/ 0 h 1872208"/>
                <a:gd name="connsiteX6-13" fmla="*/ 2520280 w 2520280"/>
                <a:gd name="connsiteY6-14" fmla="*/ 0 h 1872208"/>
                <a:gd name="connsiteX7-15" fmla="*/ 0 w 2520280"/>
                <a:gd name="connsiteY7-16" fmla="*/ 0 h 1872208"/>
                <a:gd name="connsiteX0-17" fmla="*/ 0 w 2520280"/>
                <a:gd name="connsiteY0-18" fmla="*/ 1872208 h 1872208"/>
                <a:gd name="connsiteX1-19" fmla="*/ 2520280 w 2520280"/>
                <a:gd name="connsiteY1-20" fmla="*/ 1584176 h 1872208"/>
                <a:gd name="connsiteX2-21" fmla="*/ 2520280 w 2520280"/>
                <a:gd name="connsiteY2-22" fmla="*/ 1872208 h 1872208"/>
                <a:gd name="connsiteX3-23" fmla="*/ 0 w 2520280"/>
                <a:gd name="connsiteY3-24" fmla="*/ 1872208 h 1872208"/>
                <a:gd name="connsiteX4-25" fmla="*/ 0 w 2520280"/>
                <a:gd name="connsiteY4-26" fmla="*/ 0 h 1872208"/>
                <a:gd name="connsiteX5-27" fmla="*/ 2520280 w 2520280"/>
                <a:gd name="connsiteY5-28" fmla="*/ 0 h 1872208"/>
                <a:gd name="connsiteX6-29" fmla="*/ 0 w 2520280"/>
                <a:gd name="connsiteY6-30" fmla="*/ 0 h 1872208"/>
                <a:gd name="connsiteX0-31" fmla="*/ 0 w 2520280"/>
                <a:gd name="connsiteY0-32" fmla="*/ 1872208 h 1872208"/>
                <a:gd name="connsiteX1-33" fmla="*/ 2520280 w 2520280"/>
                <a:gd name="connsiteY1-34" fmla="*/ 1872208 h 1872208"/>
                <a:gd name="connsiteX2-35" fmla="*/ 0 w 2520280"/>
                <a:gd name="connsiteY2-36" fmla="*/ 1872208 h 1872208"/>
                <a:gd name="connsiteX3-37" fmla="*/ 0 w 2520280"/>
                <a:gd name="connsiteY3-38" fmla="*/ 0 h 1872208"/>
                <a:gd name="connsiteX4-39" fmla="*/ 2520280 w 2520280"/>
                <a:gd name="connsiteY4-40" fmla="*/ 0 h 1872208"/>
                <a:gd name="connsiteX5-41" fmla="*/ 0 w 2520280"/>
                <a:gd name="connsiteY5-42" fmla="*/ 0 h 1872208"/>
                <a:gd name="connsiteX0-43" fmla="*/ 0 w 2520280"/>
                <a:gd name="connsiteY0-44" fmla="*/ 1872208 h 1872208"/>
                <a:gd name="connsiteX1-45" fmla="*/ 2520280 w 2520280"/>
                <a:gd name="connsiteY1-46" fmla="*/ 1872208 h 1872208"/>
                <a:gd name="connsiteX2-47" fmla="*/ 0 w 2520280"/>
                <a:gd name="connsiteY2-48" fmla="*/ 1872208 h 1872208"/>
                <a:gd name="connsiteX3-49" fmla="*/ 0 w 2520280"/>
                <a:gd name="connsiteY3-50" fmla="*/ 0 h 1872208"/>
                <a:gd name="connsiteX4-51" fmla="*/ 34255 w 2520280"/>
                <a:gd name="connsiteY4-52" fmla="*/ 0 h 1872208"/>
                <a:gd name="connsiteX5-53" fmla="*/ 0 w 2520280"/>
                <a:gd name="connsiteY5-54" fmla="*/ 0 h 1872208"/>
                <a:gd name="connsiteX0-55" fmla="*/ 0 w 2520280"/>
                <a:gd name="connsiteY0-56" fmla="*/ 1872208 h 1872208"/>
                <a:gd name="connsiteX1-57" fmla="*/ 2520280 w 2520280"/>
                <a:gd name="connsiteY1-58" fmla="*/ 1872208 h 1872208"/>
                <a:gd name="connsiteX2-59" fmla="*/ 0 w 2520280"/>
                <a:gd name="connsiteY2-60" fmla="*/ 1872208 h 1872208"/>
                <a:gd name="connsiteX3-61" fmla="*/ 0 w 2520280"/>
                <a:gd name="connsiteY3-62" fmla="*/ 0 h 1872208"/>
                <a:gd name="connsiteX4-63" fmla="*/ 917 w 2520280"/>
                <a:gd name="connsiteY4-64" fmla="*/ 6036 h 1872208"/>
                <a:gd name="connsiteX5-65" fmla="*/ 0 w 2520280"/>
                <a:gd name="connsiteY5-66" fmla="*/ 0 h 1872208"/>
                <a:gd name="connsiteX0-67" fmla="*/ 0 w 2520280"/>
                <a:gd name="connsiteY0-68" fmla="*/ 1890314 h 1890314"/>
                <a:gd name="connsiteX1-69" fmla="*/ 2520280 w 2520280"/>
                <a:gd name="connsiteY1-70" fmla="*/ 1890314 h 1890314"/>
                <a:gd name="connsiteX2-71" fmla="*/ 0 w 2520280"/>
                <a:gd name="connsiteY2-72" fmla="*/ 1890314 h 1890314"/>
                <a:gd name="connsiteX3-73" fmla="*/ 0 w 2520280"/>
                <a:gd name="connsiteY3-74" fmla="*/ 18106 h 1890314"/>
                <a:gd name="connsiteX4-75" fmla="*/ 53304 w 2520280"/>
                <a:gd name="connsiteY4-76" fmla="*/ 0 h 1890314"/>
                <a:gd name="connsiteX5-77" fmla="*/ 0 w 2520280"/>
                <a:gd name="connsiteY5-78" fmla="*/ 18106 h 1890314"/>
                <a:gd name="connsiteX0-79" fmla="*/ 0 w 2520280"/>
                <a:gd name="connsiteY0-80" fmla="*/ 1872208 h 1872208"/>
                <a:gd name="connsiteX1-81" fmla="*/ 2520280 w 2520280"/>
                <a:gd name="connsiteY1-82" fmla="*/ 1872208 h 1872208"/>
                <a:gd name="connsiteX2-83" fmla="*/ 0 w 2520280"/>
                <a:gd name="connsiteY2-84" fmla="*/ 1872208 h 1872208"/>
                <a:gd name="connsiteX3-85" fmla="*/ 0 w 2520280"/>
                <a:gd name="connsiteY3-86" fmla="*/ 0 h 1872208"/>
                <a:gd name="connsiteX4-87" fmla="*/ 916 w 2520280"/>
                <a:gd name="connsiteY4-88" fmla="*/ 0 h 1872208"/>
                <a:gd name="connsiteX5-89" fmla="*/ 0 w 2520280"/>
                <a:gd name="connsiteY5-90" fmla="*/ 0 h 187220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2520280" h="1872208">
                  <a:moveTo>
                    <a:pt x="0" y="1872208"/>
                  </a:moveTo>
                  <a:lnTo>
                    <a:pt x="2520280" y="1872208"/>
                  </a:lnTo>
                  <a:lnTo>
                    <a:pt x="0" y="1872208"/>
                  </a:lnTo>
                  <a:close/>
                  <a:moveTo>
                    <a:pt x="0" y="0"/>
                  </a:moveTo>
                  <a:lnTo>
                    <a:pt x="91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sq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spAutoFit/>
            </a:bodyPr>
            <a:lstStyle/>
            <a:p>
              <a:pPr algn="dist" defTabSz="1146175" fontAlgn="base">
                <a:spcBef>
                  <a:spcPct val="0"/>
                </a:spcBef>
                <a:spcAft>
                  <a:spcPct val="0"/>
                </a:spcAft>
              </a:pPr>
              <a:r>
                <a:rPr sz="2000" b="1" dirty="0">
                  <a:solidFill>
                    <a:srgbClr val="132E4A"/>
                  </a:solidFill>
                  <a:latin typeface="等线 Light" panose="02010600030101010101" pitchFamily="2" charset="-122"/>
                  <a:ea typeface="等线 Light" panose="02010600030101010101" pitchFamily="2" charset="-122"/>
                  <a:sym typeface="iekie-Weilaiti" panose="02010601030101010101" pitchFamily="2" charset="-128"/>
                </a:rPr>
                <a:t>期货账户分析网站</a:t>
              </a:r>
              <a:endParaRPr lang="zh-CN" altLang="en-US" sz="2000" dirty="0">
                <a:solidFill>
                  <a:schemeClr val="bg2">
                    <a:lumMod val="1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sym typeface="Arial" panose="020B0604020202020204" pitchFamily="34" charset="0"/>
              </a:endParaRPr>
            </a:p>
          </p:txBody>
        </p:sp>
        <p:cxnSp>
          <p:nvCxnSpPr>
            <p:cNvPr id="20" name="直接连接符 3"/>
            <p:cNvCxnSpPr/>
            <p:nvPr/>
          </p:nvCxnSpPr>
          <p:spPr>
            <a:xfrm>
              <a:off x="143922" y="926390"/>
              <a:ext cx="4097867" cy="0"/>
            </a:xfrm>
            <a:prstGeom prst="line">
              <a:avLst/>
            </a:prstGeom>
            <a:ln w="12700">
              <a:solidFill>
                <a:srgbClr val="132E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4"/>
            <p:cNvCxnSpPr/>
            <p:nvPr/>
          </p:nvCxnSpPr>
          <p:spPr>
            <a:xfrm>
              <a:off x="7658318" y="909703"/>
              <a:ext cx="4372804" cy="0"/>
            </a:xfrm>
            <a:prstGeom prst="line">
              <a:avLst/>
            </a:prstGeom>
            <a:ln w="12700">
              <a:solidFill>
                <a:srgbClr val="132E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559435" y="807720"/>
            <a:ext cx="2638425" cy="4506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/>
              <a:t>期末持仓</a:t>
            </a:r>
            <a:r>
              <a:rPr lang="en-US" altLang="zh-CN" b="1"/>
              <a:t>  </a:t>
            </a:r>
            <a:r>
              <a:rPr lang="zh-CN" altLang="en-US"/>
              <a:t>统计每天的持仓情况，可以直观的了解账户持仓风险大小</a:t>
            </a:r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354705" y="530860"/>
            <a:ext cx="7774940" cy="62433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randomBar dir="vert"/>
      </p:transition>
    </mc:Choice>
    <mc:Fallback>
      <p:transition spd="slow">
        <p:randomBa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67000">
              <a:srgbClr val="F0F1F3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143922" y="223584"/>
            <a:ext cx="11887200" cy="307340"/>
            <a:chOff x="143922" y="776034"/>
            <a:chExt cx="11887200" cy="307340"/>
          </a:xfrm>
        </p:grpSpPr>
        <p:sp>
          <p:nvSpPr>
            <p:cNvPr id="19" name="MH_Entry_1"/>
            <p:cNvSpPr/>
            <p:nvPr>
              <p:custDataLst>
                <p:tags r:id="rId1"/>
              </p:custDataLst>
            </p:nvPr>
          </p:nvSpPr>
          <p:spPr>
            <a:xfrm>
              <a:off x="4539167" y="776034"/>
              <a:ext cx="2751619" cy="307340"/>
            </a:xfrm>
            <a:custGeom>
              <a:avLst/>
              <a:gdLst>
                <a:gd name="connsiteX0" fmla="*/ 0 w 2520280"/>
                <a:gd name="connsiteY0" fmla="*/ 1584176 h 1872208"/>
                <a:gd name="connsiteX1" fmla="*/ 2520280 w 2520280"/>
                <a:gd name="connsiteY1" fmla="*/ 1584176 h 1872208"/>
                <a:gd name="connsiteX2" fmla="*/ 2520280 w 2520280"/>
                <a:gd name="connsiteY2" fmla="*/ 1872208 h 1872208"/>
                <a:gd name="connsiteX3" fmla="*/ 0 w 2520280"/>
                <a:gd name="connsiteY3" fmla="*/ 1872208 h 1872208"/>
                <a:gd name="connsiteX4" fmla="*/ 0 w 2520280"/>
                <a:gd name="connsiteY4" fmla="*/ 1584176 h 1872208"/>
                <a:gd name="connsiteX5" fmla="*/ 0 w 2520280"/>
                <a:gd name="connsiteY5" fmla="*/ 0 h 1872208"/>
                <a:gd name="connsiteX6" fmla="*/ 2520280 w 2520280"/>
                <a:gd name="connsiteY6" fmla="*/ 0 h 1872208"/>
                <a:gd name="connsiteX7" fmla="*/ 2520280 w 2520280"/>
                <a:gd name="connsiteY7" fmla="*/ 288032 h 1872208"/>
                <a:gd name="connsiteX8" fmla="*/ 0 w 2520280"/>
                <a:gd name="connsiteY8" fmla="*/ 0 h 1872208"/>
                <a:gd name="connsiteX0-1" fmla="*/ 0 w 2520280"/>
                <a:gd name="connsiteY0-2" fmla="*/ 1584176 h 1872208"/>
                <a:gd name="connsiteX1-3" fmla="*/ 2520280 w 2520280"/>
                <a:gd name="connsiteY1-4" fmla="*/ 1584176 h 1872208"/>
                <a:gd name="connsiteX2-5" fmla="*/ 2520280 w 2520280"/>
                <a:gd name="connsiteY2-6" fmla="*/ 1872208 h 1872208"/>
                <a:gd name="connsiteX3-7" fmla="*/ 0 w 2520280"/>
                <a:gd name="connsiteY3-8" fmla="*/ 1872208 h 1872208"/>
                <a:gd name="connsiteX4-9" fmla="*/ 0 w 2520280"/>
                <a:gd name="connsiteY4-10" fmla="*/ 1584176 h 1872208"/>
                <a:gd name="connsiteX5-11" fmla="*/ 0 w 2520280"/>
                <a:gd name="connsiteY5-12" fmla="*/ 0 h 1872208"/>
                <a:gd name="connsiteX6-13" fmla="*/ 2520280 w 2520280"/>
                <a:gd name="connsiteY6-14" fmla="*/ 0 h 1872208"/>
                <a:gd name="connsiteX7-15" fmla="*/ 0 w 2520280"/>
                <a:gd name="connsiteY7-16" fmla="*/ 0 h 1872208"/>
                <a:gd name="connsiteX0-17" fmla="*/ 0 w 2520280"/>
                <a:gd name="connsiteY0-18" fmla="*/ 1872208 h 1872208"/>
                <a:gd name="connsiteX1-19" fmla="*/ 2520280 w 2520280"/>
                <a:gd name="connsiteY1-20" fmla="*/ 1584176 h 1872208"/>
                <a:gd name="connsiteX2-21" fmla="*/ 2520280 w 2520280"/>
                <a:gd name="connsiteY2-22" fmla="*/ 1872208 h 1872208"/>
                <a:gd name="connsiteX3-23" fmla="*/ 0 w 2520280"/>
                <a:gd name="connsiteY3-24" fmla="*/ 1872208 h 1872208"/>
                <a:gd name="connsiteX4-25" fmla="*/ 0 w 2520280"/>
                <a:gd name="connsiteY4-26" fmla="*/ 0 h 1872208"/>
                <a:gd name="connsiteX5-27" fmla="*/ 2520280 w 2520280"/>
                <a:gd name="connsiteY5-28" fmla="*/ 0 h 1872208"/>
                <a:gd name="connsiteX6-29" fmla="*/ 0 w 2520280"/>
                <a:gd name="connsiteY6-30" fmla="*/ 0 h 1872208"/>
                <a:gd name="connsiteX0-31" fmla="*/ 0 w 2520280"/>
                <a:gd name="connsiteY0-32" fmla="*/ 1872208 h 1872208"/>
                <a:gd name="connsiteX1-33" fmla="*/ 2520280 w 2520280"/>
                <a:gd name="connsiteY1-34" fmla="*/ 1872208 h 1872208"/>
                <a:gd name="connsiteX2-35" fmla="*/ 0 w 2520280"/>
                <a:gd name="connsiteY2-36" fmla="*/ 1872208 h 1872208"/>
                <a:gd name="connsiteX3-37" fmla="*/ 0 w 2520280"/>
                <a:gd name="connsiteY3-38" fmla="*/ 0 h 1872208"/>
                <a:gd name="connsiteX4-39" fmla="*/ 2520280 w 2520280"/>
                <a:gd name="connsiteY4-40" fmla="*/ 0 h 1872208"/>
                <a:gd name="connsiteX5-41" fmla="*/ 0 w 2520280"/>
                <a:gd name="connsiteY5-42" fmla="*/ 0 h 1872208"/>
                <a:gd name="connsiteX0-43" fmla="*/ 0 w 2520280"/>
                <a:gd name="connsiteY0-44" fmla="*/ 1872208 h 1872208"/>
                <a:gd name="connsiteX1-45" fmla="*/ 2520280 w 2520280"/>
                <a:gd name="connsiteY1-46" fmla="*/ 1872208 h 1872208"/>
                <a:gd name="connsiteX2-47" fmla="*/ 0 w 2520280"/>
                <a:gd name="connsiteY2-48" fmla="*/ 1872208 h 1872208"/>
                <a:gd name="connsiteX3-49" fmla="*/ 0 w 2520280"/>
                <a:gd name="connsiteY3-50" fmla="*/ 0 h 1872208"/>
                <a:gd name="connsiteX4-51" fmla="*/ 34255 w 2520280"/>
                <a:gd name="connsiteY4-52" fmla="*/ 0 h 1872208"/>
                <a:gd name="connsiteX5-53" fmla="*/ 0 w 2520280"/>
                <a:gd name="connsiteY5-54" fmla="*/ 0 h 1872208"/>
                <a:gd name="connsiteX0-55" fmla="*/ 0 w 2520280"/>
                <a:gd name="connsiteY0-56" fmla="*/ 1872208 h 1872208"/>
                <a:gd name="connsiteX1-57" fmla="*/ 2520280 w 2520280"/>
                <a:gd name="connsiteY1-58" fmla="*/ 1872208 h 1872208"/>
                <a:gd name="connsiteX2-59" fmla="*/ 0 w 2520280"/>
                <a:gd name="connsiteY2-60" fmla="*/ 1872208 h 1872208"/>
                <a:gd name="connsiteX3-61" fmla="*/ 0 w 2520280"/>
                <a:gd name="connsiteY3-62" fmla="*/ 0 h 1872208"/>
                <a:gd name="connsiteX4-63" fmla="*/ 917 w 2520280"/>
                <a:gd name="connsiteY4-64" fmla="*/ 6036 h 1872208"/>
                <a:gd name="connsiteX5-65" fmla="*/ 0 w 2520280"/>
                <a:gd name="connsiteY5-66" fmla="*/ 0 h 1872208"/>
                <a:gd name="connsiteX0-67" fmla="*/ 0 w 2520280"/>
                <a:gd name="connsiteY0-68" fmla="*/ 1890314 h 1890314"/>
                <a:gd name="connsiteX1-69" fmla="*/ 2520280 w 2520280"/>
                <a:gd name="connsiteY1-70" fmla="*/ 1890314 h 1890314"/>
                <a:gd name="connsiteX2-71" fmla="*/ 0 w 2520280"/>
                <a:gd name="connsiteY2-72" fmla="*/ 1890314 h 1890314"/>
                <a:gd name="connsiteX3-73" fmla="*/ 0 w 2520280"/>
                <a:gd name="connsiteY3-74" fmla="*/ 18106 h 1890314"/>
                <a:gd name="connsiteX4-75" fmla="*/ 53304 w 2520280"/>
                <a:gd name="connsiteY4-76" fmla="*/ 0 h 1890314"/>
                <a:gd name="connsiteX5-77" fmla="*/ 0 w 2520280"/>
                <a:gd name="connsiteY5-78" fmla="*/ 18106 h 1890314"/>
                <a:gd name="connsiteX0-79" fmla="*/ 0 w 2520280"/>
                <a:gd name="connsiteY0-80" fmla="*/ 1872208 h 1872208"/>
                <a:gd name="connsiteX1-81" fmla="*/ 2520280 w 2520280"/>
                <a:gd name="connsiteY1-82" fmla="*/ 1872208 h 1872208"/>
                <a:gd name="connsiteX2-83" fmla="*/ 0 w 2520280"/>
                <a:gd name="connsiteY2-84" fmla="*/ 1872208 h 1872208"/>
                <a:gd name="connsiteX3-85" fmla="*/ 0 w 2520280"/>
                <a:gd name="connsiteY3-86" fmla="*/ 0 h 1872208"/>
                <a:gd name="connsiteX4-87" fmla="*/ 916 w 2520280"/>
                <a:gd name="connsiteY4-88" fmla="*/ 0 h 1872208"/>
                <a:gd name="connsiteX5-89" fmla="*/ 0 w 2520280"/>
                <a:gd name="connsiteY5-90" fmla="*/ 0 h 187220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2520280" h="1872208">
                  <a:moveTo>
                    <a:pt x="0" y="1872208"/>
                  </a:moveTo>
                  <a:lnTo>
                    <a:pt x="2520280" y="1872208"/>
                  </a:lnTo>
                  <a:lnTo>
                    <a:pt x="0" y="1872208"/>
                  </a:lnTo>
                  <a:close/>
                  <a:moveTo>
                    <a:pt x="0" y="0"/>
                  </a:moveTo>
                  <a:lnTo>
                    <a:pt x="91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sq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spAutoFit/>
            </a:bodyPr>
            <a:lstStyle/>
            <a:p>
              <a:pPr algn="dist" defTabSz="1146175" fontAlgn="base">
                <a:spcBef>
                  <a:spcPct val="0"/>
                </a:spcBef>
                <a:spcAft>
                  <a:spcPct val="0"/>
                </a:spcAft>
              </a:pPr>
              <a:r>
                <a:rPr sz="2000" b="1" dirty="0">
                  <a:solidFill>
                    <a:srgbClr val="132E4A"/>
                  </a:solidFill>
                  <a:latin typeface="等线 Light" panose="02010600030101010101" pitchFamily="2" charset="-122"/>
                  <a:ea typeface="等线 Light" panose="02010600030101010101" pitchFamily="2" charset="-122"/>
                  <a:sym typeface="iekie-Weilaiti" panose="02010601030101010101" pitchFamily="2" charset="-128"/>
                </a:rPr>
                <a:t>期货账户分析网站</a:t>
              </a:r>
              <a:endParaRPr lang="zh-CN" altLang="en-US" sz="2000" dirty="0">
                <a:solidFill>
                  <a:schemeClr val="bg2">
                    <a:lumMod val="1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sym typeface="Arial" panose="020B0604020202020204" pitchFamily="34" charset="0"/>
              </a:endParaRPr>
            </a:p>
          </p:txBody>
        </p:sp>
        <p:cxnSp>
          <p:nvCxnSpPr>
            <p:cNvPr id="20" name="直接连接符 3"/>
            <p:cNvCxnSpPr/>
            <p:nvPr/>
          </p:nvCxnSpPr>
          <p:spPr>
            <a:xfrm>
              <a:off x="143922" y="926390"/>
              <a:ext cx="4097867" cy="0"/>
            </a:xfrm>
            <a:prstGeom prst="line">
              <a:avLst/>
            </a:prstGeom>
            <a:ln w="12700">
              <a:solidFill>
                <a:srgbClr val="132E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4"/>
            <p:cNvCxnSpPr/>
            <p:nvPr/>
          </p:nvCxnSpPr>
          <p:spPr>
            <a:xfrm>
              <a:off x="7658318" y="909703"/>
              <a:ext cx="4372804" cy="0"/>
            </a:xfrm>
            <a:prstGeom prst="line">
              <a:avLst/>
            </a:prstGeom>
            <a:ln w="12700">
              <a:solidFill>
                <a:srgbClr val="132E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560070" y="859790"/>
            <a:ext cx="2638425" cy="4506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成交记录</a:t>
            </a:r>
            <a:r>
              <a:rPr lang="en-US" altLang="zh-CN"/>
              <a:t> </a:t>
            </a:r>
            <a:r>
              <a:rPr lang="zh-CN" altLang="en-US"/>
              <a:t>汇总固定期限的交易记录情况</a:t>
            </a:r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541" r="262"/>
          <a:stretch>
            <a:fillRect/>
          </a:stretch>
        </p:blipFill>
        <p:spPr>
          <a:xfrm>
            <a:off x="3297555" y="530860"/>
            <a:ext cx="7827645" cy="628840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randomBar dir="vert"/>
      </p:transition>
    </mc:Choice>
    <mc:Fallback>
      <p:transition spd="slow">
        <p:randomBa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67000">
              <a:srgbClr val="F0F1F3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143922" y="223584"/>
            <a:ext cx="11887200" cy="307340"/>
            <a:chOff x="143922" y="776034"/>
            <a:chExt cx="11887200" cy="307340"/>
          </a:xfrm>
        </p:grpSpPr>
        <p:sp>
          <p:nvSpPr>
            <p:cNvPr id="19" name="MH_Entry_1"/>
            <p:cNvSpPr/>
            <p:nvPr>
              <p:custDataLst>
                <p:tags r:id="rId1"/>
              </p:custDataLst>
            </p:nvPr>
          </p:nvSpPr>
          <p:spPr>
            <a:xfrm>
              <a:off x="4539167" y="776034"/>
              <a:ext cx="2751619" cy="307340"/>
            </a:xfrm>
            <a:custGeom>
              <a:avLst/>
              <a:gdLst>
                <a:gd name="connsiteX0" fmla="*/ 0 w 2520280"/>
                <a:gd name="connsiteY0" fmla="*/ 1584176 h 1872208"/>
                <a:gd name="connsiteX1" fmla="*/ 2520280 w 2520280"/>
                <a:gd name="connsiteY1" fmla="*/ 1584176 h 1872208"/>
                <a:gd name="connsiteX2" fmla="*/ 2520280 w 2520280"/>
                <a:gd name="connsiteY2" fmla="*/ 1872208 h 1872208"/>
                <a:gd name="connsiteX3" fmla="*/ 0 w 2520280"/>
                <a:gd name="connsiteY3" fmla="*/ 1872208 h 1872208"/>
                <a:gd name="connsiteX4" fmla="*/ 0 w 2520280"/>
                <a:gd name="connsiteY4" fmla="*/ 1584176 h 1872208"/>
                <a:gd name="connsiteX5" fmla="*/ 0 w 2520280"/>
                <a:gd name="connsiteY5" fmla="*/ 0 h 1872208"/>
                <a:gd name="connsiteX6" fmla="*/ 2520280 w 2520280"/>
                <a:gd name="connsiteY6" fmla="*/ 0 h 1872208"/>
                <a:gd name="connsiteX7" fmla="*/ 2520280 w 2520280"/>
                <a:gd name="connsiteY7" fmla="*/ 288032 h 1872208"/>
                <a:gd name="connsiteX8" fmla="*/ 0 w 2520280"/>
                <a:gd name="connsiteY8" fmla="*/ 0 h 1872208"/>
                <a:gd name="connsiteX0-1" fmla="*/ 0 w 2520280"/>
                <a:gd name="connsiteY0-2" fmla="*/ 1584176 h 1872208"/>
                <a:gd name="connsiteX1-3" fmla="*/ 2520280 w 2520280"/>
                <a:gd name="connsiteY1-4" fmla="*/ 1584176 h 1872208"/>
                <a:gd name="connsiteX2-5" fmla="*/ 2520280 w 2520280"/>
                <a:gd name="connsiteY2-6" fmla="*/ 1872208 h 1872208"/>
                <a:gd name="connsiteX3-7" fmla="*/ 0 w 2520280"/>
                <a:gd name="connsiteY3-8" fmla="*/ 1872208 h 1872208"/>
                <a:gd name="connsiteX4-9" fmla="*/ 0 w 2520280"/>
                <a:gd name="connsiteY4-10" fmla="*/ 1584176 h 1872208"/>
                <a:gd name="connsiteX5-11" fmla="*/ 0 w 2520280"/>
                <a:gd name="connsiteY5-12" fmla="*/ 0 h 1872208"/>
                <a:gd name="connsiteX6-13" fmla="*/ 2520280 w 2520280"/>
                <a:gd name="connsiteY6-14" fmla="*/ 0 h 1872208"/>
                <a:gd name="connsiteX7-15" fmla="*/ 0 w 2520280"/>
                <a:gd name="connsiteY7-16" fmla="*/ 0 h 1872208"/>
                <a:gd name="connsiteX0-17" fmla="*/ 0 w 2520280"/>
                <a:gd name="connsiteY0-18" fmla="*/ 1872208 h 1872208"/>
                <a:gd name="connsiteX1-19" fmla="*/ 2520280 w 2520280"/>
                <a:gd name="connsiteY1-20" fmla="*/ 1584176 h 1872208"/>
                <a:gd name="connsiteX2-21" fmla="*/ 2520280 w 2520280"/>
                <a:gd name="connsiteY2-22" fmla="*/ 1872208 h 1872208"/>
                <a:gd name="connsiteX3-23" fmla="*/ 0 w 2520280"/>
                <a:gd name="connsiteY3-24" fmla="*/ 1872208 h 1872208"/>
                <a:gd name="connsiteX4-25" fmla="*/ 0 w 2520280"/>
                <a:gd name="connsiteY4-26" fmla="*/ 0 h 1872208"/>
                <a:gd name="connsiteX5-27" fmla="*/ 2520280 w 2520280"/>
                <a:gd name="connsiteY5-28" fmla="*/ 0 h 1872208"/>
                <a:gd name="connsiteX6-29" fmla="*/ 0 w 2520280"/>
                <a:gd name="connsiteY6-30" fmla="*/ 0 h 1872208"/>
                <a:gd name="connsiteX0-31" fmla="*/ 0 w 2520280"/>
                <a:gd name="connsiteY0-32" fmla="*/ 1872208 h 1872208"/>
                <a:gd name="connsiteX1-33" fmla="*/ 2520280 w 2520280"/>
                <a:gd name="connsiteY1-34" fmla="*/ 1872208 h 1872208"/>
                <a:gd name="connsiteX2-35" fmla="*/ 0 w 2520280"/>
                <a:gd name="connsiteY2-36" fmla="*/ 1872208 h 1872208"/>
                <a:gd name="connsiteX3-37" fmla="*/ 0 w 2520280"/>
                <a:gd name="connsiteY3-38" fmla="*/ 0 h 1872208"/>
                <a:gd name="connsiteX4-39" fmla="*/ 2520280 w 2520280"/>
                <a:gd name="connsiteY4-40" fmla="*/ 0 h 1872208"/>
                <a:gd name="connsiteX5-41" fmla="*/ 0 w 2520280"/>
                <a:gd name="connsiteY5-42" fmla="*/ 0 h 1872208"/>
                <a:gd name="connsiteX0-43" fmla="*/ 0 w 2520280"/>
                <a:gd name="connsiteY0-44" fmla="*/ 1872208 h 1872208"/>
                <a:gd name="connsiteX1-45" fmla="*/ 2520280 w 2520280"/>
                <a:gd name="connsiteY1-46" fmla="*/ 1872208 h 1872208"/>
                <a:gd name="connsiteX2-47" fmla="*/ 0 w 2520280"/>
                <a:gd name="connsiteY2-48" fmla="*/ 1872208 h 1872208"/>
                <a:gd name="connsiteX3-49" fmla="*/ 0 w 2520280"/>
                <a:gd name="connsiteY3-50" fmla="*/ 0 h 1872208"/>
                <a:gd name="connsiteX4-51" fmla="*/ 34255 w 2520280"/>
                <a:gd name="connsiteY4-52" fmla="*/ 0 h 1872208"/>
                <a:gd name="connsiteX5-53" fmla="*/ 0 w 2520280"/>
                <a:gd name="connsiteY5-54" fmla="*/ 0 h 1872208"/>
                <a:gd name="connsiteX0-55" fmla="*/ 0 w 2520280"/>
                <a:gd name="connsiteY0-56" fmla="*/ 1872208 h 1872208"/>
                <a:gd name="connsiteX1-57" fmla="*/ 2520280 w 2520280"/>
                <a:gd name="connsiteY1-58" fmla="*/ 1872208 h 1872208"/>
                <a:gd name="connsiteX2-59" fmla="*/ 0 w 2520280"/>
                <a:gd name="connsiteY2-60" fmla="*/ 1872208 h 1872208"/>
                <a:gd name="connsiteX3-61" fmla="*/ 0 w 2520280"/>
                <a:gd name="connsiteY3-62" fmla="*/ 0 h 1872208"/>
                <a:gd name="connsiteX4-63" fmla="*/ 917 w 2520280"/>
                <a:gd name="connsiteY4-64" fmla="*/ 6036 h 1872208"/>
                <a:gd name="connsiteX5-65" fmla="*/ 0 w 2520280"/>
                <a:gd name="connsiteY5-66" fmla="*/ 0 h 1872208"/>
                <a:gd name="connsiteX0-67" fmla="*/ 0 w 2520280"/>
                <a:gd name="connsiteY0-68" fmla="*/ 1890314 h 1890314"/>
                <a:gd name="connsiteX1-69" fmla="*/ 2520280 w 2520280"/>
                <a:gd name="connsiteY1-70" fmla="*/ 1890314 h 1890314"/>
                <a:gd name="connsiteX2-71" fmla="*/ 0 w 2520280"/>
                <a:gd name="connsiteY2-72" fmla="*/ 1890314 h 1890314"/>
                <a:gd name="connsiteX3-73" fmla="*/ 0 w 2520280"/>
                <a:gd name="connsiteY3-74" fmla="*/ 18106 h 1890314"/>
                <a:gd name="connsiteX4-75" fmla="*/ 53304 w 2520280"/>
                <a:gd name="connsiteY4-76" fmla="*/ 0 h 1890314"/>
                <a:gd name="connsiteX5-77" fmla="*/ 0 w 2520280"/>
                <a:gd name="connsiteY5-78" fmla="*/ 18106 h 1890314"/>
                <a:gd name="connsiteX0-79" fmla="*/ 0 w 2520280"/>
                <a:gd name="connsiteY0-80" fmla="*/ 1872208 h 1872208"/>
                <a:gd name="connsiteX1-81" fmla="*/ 2520280 w 2520280"/>
                <a:gd name="connsiteY1-82" fmla="*/ 1872208 h 1872208"/>
                <a:gd name="connsiteX2-83" fmla="*/ 0 w 2520280"/>
                <a:gd name="connsiteY2-84" fmla="*/ 1872208 h 1872208"/>
                <a:gd name="connsiteX3-85" fmla="*/ 0 w 2520280"/>
                <a:gd name="connsiteY3-86" fmla="*/ 0 h 1872208"/>
                <a:gd name="connsiteX4-87" fmla="*/ 916 w 2520280"/>
                <a:gd name="connsiteY4-88" fmla="*/ 0 h 1872208"/>
                <a:gd name="connsiteX5-89" fmla="*/ 0 w 2520280"/>
                <a:gd name="connsiteY5-90" fmla="*/ 0 h 187220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2520280" h="1872208">
                  <a:moveTo>
                    <a:pt x="0" y="1872208"/>
                  </a:moveTo>
                  <a:lnTo>
                    <a:pt x="2520280" y="1872208"/>
                  </a:lnTo>
                  <a:lnTo>
                    <a:pt x="0" y="1872208"/>
                  </a:lnTo>
                  <a:close/>
                  <a:moveTo>
                    <a:pt x="0" y="0"/>
                  </a:moveTo>
                  <a:lnTo>
                    <a:pt x="91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sq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spAutoFit/>
            </a:bodyPr>
            <a:lstStyle/>
            <a:p>
              <a:pPr algn="dist" defTabSz="1146175" fontAlgn="base">
                <a:spcBef>
                  <a:spcPct val="0"/>
                </a:spcBef>
                <a:spcAft>
                  <a:spcPct val="0"/>
                </a:spcAft>
              </a:pPr>
              <a:r>
                <a:rPr sz="2000" b="1" dirty="0">
                  <a:solidFill>
                    <a:srgbClr val="132E4A"/>
                  </a:solidFill>
                  <a:latin typeface="等线 Light" panose="02010600030101010101" pitchFamily="2" charset="-122"/>
                  <a:ea typeface="等线 Light" panose="02010600030101010101" pitchFamily="2" charset="-122"/>
                  <a:sym typeface="iekie-Weilaiti" panose="02010601030101010101" pitchFamily="2" charset="-128"/>
                </a:rPr>
                <a:t>期货账户分析网站</a:t>
              </a:r>
              <a:endParaRPr lang="zh-CN" altLang="en-US" sz="2000" dirty="0">
                <a:solidFill>
                  <a:schemeClr val="bg2">
                    <a:lumMod val="1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sym typeface="Arial" panose="020B0604020202020204" pitchFamily="34" charset="0"/>
              </a:endParaRPr>
            </a:p>
          </p:txBody>
        </p:sp>
        <p:cxnSp>
          <p:nvCxnSpPr>
            <p:cNvPr id="20" name="直接连接符 3"/>
            <p:cNvCxnSpPr/>
            <p:nvPr/>
          </p:nvCxnSpPr>
          <p:spPr>
            <a:xfrm>
              <a:off x="143922" y="926390"/>
              <a:ext cx="4097867" cy="0"/>
            </a:xfrm>
            <a:prstGeom prst="line">
              <a:avLst/>
            </a:prstGeom>
            <a:ln w="12700">
              <a:solidFill>
                <a:srgbClr val="132E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4"/>
            <p:cNvCxnSpPr/>
            <p:nvPr/>
          </p:nvCxnSpPr>
          <p:spPr>
            <a:xfrm>
              <a:off x="7658318" y="909703"/>
              <a:ext cx="4372804" cy="0"/>
            </a:xfrm>
            <a:prstGeom prst="line">
              <a:avLst/>
            </a:prstGeom>
            <a:ln w="12700">
              <a:solidFill>
                <a:srgbClr val="132E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560070" y="859790"/>
            <a:ext cx="2638425" cy="4506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需要你们参考给定的数据 对“期货账户”生成网页展示。</a:t>
            </a:r>
            <a:endParaRPr lang="zh-CN" altLang="en-US"/>
          </a:p>
          <a:p>
            <a:r>
              <a:rPr lang="zh-CN" altLang="en-US"/>
              <a:t>前面说的这些功能可以按照我们设计的做，也可以自己设计，做成什么样都可以。效果展示不做限制，主题明确就可以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214370" y="634365"/>
            <a:ext cx="4443730" cy="61214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674610" y="601980"/>
            <a:ext cx="3947795" cy="61537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randomBar dir="vert"/>
      </p:transition>
    </mc:Choice>
    <mc:Fallback>
      <p:transition spd="slow">
        <p:randomBa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67000">
              <a:srgbClr val="F0F1F3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/>
        </p:nvGrpSpPr>
        <p:grpSpPr>
          <a:xfrm>
            <a:off x="7689837" y="1836742"/>
            <a:ext cx="4227298" cy="540930"/>
            <a:chOff x="7523107" y="3331677"/>
            <a:chExt cx="4227298" cy="540930"/>
          </a:xfrm>
        </p:grpSpPr>
        <p:sp>
          <p:nvSpPr>
            <p:cNvPr id="24" name="矩形 23"/>
            <p:cNvSpPr/>
            <p:nvPr/>
          </p:nvSpPr>
          <p:spPr>
            <a:xfrm>
              <a:off x="7523107" y="3331677"/>
              <a:ext cx="3909060" cy="38608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页面排版布局不能有明显串行错位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7523107" y="3641467"/>
              <a:ext cx="4227298" cy="23114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endParaRPr lang="en-US" altLang="zh-CN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7689837" y="2802092"/>
            <a:ext cx="4529455" cy="540930"/>
            <a:chOff x="7523107" y="3331677"/>
            <a:chExt cx="4529455" cy="540930"/>
          </a:xfrm>
        </p:grpSpPr>
        <p:sp>
          <p:nvSpPr>
            <p:cNvPr id="27" name="矩形 26"/>
            <p:cNvSpPr/>
            <p:nvPr/>
          </p:nvSpPr>
          <p:spPr>
            <a:xfrm>
              <a:off x="7523107" y="3331677"/>
              <a:ext cx="4529455" cy="38608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  <a:sym typeface="+mn-ea"/>
                </a:rPr>
                <a:t>数据展示凸出重点信息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7523107" y="3641467"/>
              <a:ext cx="4227298" cy="23114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endParaRPr lang="en-US" altLang="zh-CN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7689837" y="3767442"/>
            <a:ext cx="4227298" cy="540930"/>
            <a:chOff x="7523107" y="3331677"/>
            <a:chExt cx="4227298" cy="540930"/>
          </a:xfrm>
        </p:grpSpPr>
        <p:sp>
          <p:nvSpPr>
            <p:cNvPr id="30" name="矩形 29"/>
            <p:cNvSpPr/>
            <p:nvPr/>
          </p:nvSpPr>
          <p:spPr>
            <a:xfrm>
              <a:off x="7523107" y="3331677"/>
              <a:ext cx="3201035" cy="38608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  <a:sym typeface="+mn-ea"/>
                </a:rPr>
                <a:t>页面设计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7523107" y="3641467"/>
              <a:ext cx="4227298" cy="23114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endParaRPr lang="en-US" altLang="zh-CN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7689837" y="4732792"/>
            <a:ext cx="4227298" cy="540930"/>
            <a:chOff x="7523107" y="3331677"/>
            <a:chExt cx="4227298" cy="540930"/>
          </a:xfrm>
        </p:grpSpPr>
        <p:sp>
          <p:nvSpPr>
            <p:cNvPr id="33" name="矩形 32"/>
            <p:cNvSpPr/>
            <p:nvPr/>
          </p:nvSpPr>
          <p:spPr>
            <a:xfrm>
              <a:off x="7523108" y="3331677"/>
              <a:ext cx="2241974" cy="38608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涉及到的图表做好加分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523107" y="3641467"/>
              <a:ext cx="4227298" cy="23114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endParaRPr lang="en-US" altLang="zh-CN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7429171" y="1482850"/>
            <a:ext cx="45719" cy="4128629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5" name="组合 34"/>
          <p:cNvGrpSpPr/>
          <p:nvPr/>
        </p:nvGrpSpPr>
        <p:grpSpPr>
          <a:xfrm>
            <a:off x="143922" y="223584"/>
            <a:ext cx="11887200" cy="307340"/>
            <a:chOff x="143922" y="776034"/>
            <a:chExt cx="11887200" cy="307340"/>
          </a:xfrm>
        </p:grpSpPr>
        <p:sp>
          <p:nvSpPr>
            <p:cNvPr id="38" name="MH_Entry_1"/>
            <p:cNvSpPr/>
            <p:nvPr>
              <p:custDataLst>
                <p:tags r:id="rId1"/>
              </p:custDataLst>
            </p:nvPr>
          </p:nvSpPr>
          <p:spPr>
            <a:xfrm>
              <a:off x="4539167" y="776034"/>
              <a:ext cx="2751619" cy="307340"/>
            </a:xfrm>
            <a:custGeom>
              <a:avLst/>
              <a:gdLst>
                <a:gd name="connsiteX0" fmla="*/ 0 w 2520280"/>
                <a:gd name="connsiteY0" fmla="*/ 1584176 h 1872208"/>
                <a:gd name="connsiteX1" fmla="*/ 2520280 w 2520280"/>
                <a:gd name="connsiteY1" fmla="*/ 1584176 h 1872208"/>
                <a:gd name="connsiteX2" fmla="*/ 2520280 w 2520280"/>
                <a:gd name="connsiteY2" fmla="*/ 1872208 h 1872208"/>
                <a:gd name="connsiteX3" fmla="*/ 0 w 2520280"/>
                <a:gd name="connsiteY3" fmla="*/ 1872208 h 1872208"/>
                <a:gd name="connsiteX4" fmla="*/ 0 w 2520280"/>
                <a:gd name="connsiteY4" fmla="*/ 1584176 h 1872208"/>
                <a:gd name="connsiteX5" fmla="*/ 0 w 2520280"/>
                <a:gd name="connsiteY5" fmla="*/ 0 h 1872208"/>
                <a:gd name="connsiteX6" fmla="*/ 2520280 w 2520280"/>
                <a:gd name="connsiteY6" fmla="*/ 0 h 1872208"/>
                <a:gd name="connsiteX7" fmla="*/ 2520280 w 2520280"/>
                <a:gd name="connsiteY7" fmla="*/ 288032 h 1872208"/>
                <a:gd name="connsiteX8" fmla="*/ 0 w 2520280"/>
                <a:gd name="connsiteY8" fmla="*/ 0 h 1872208"/>
                <a:gd name="connsiteX0-1" fmla="*/ 0 w 2520280"/>
                <a:gd name="connsiteY0-2" fmla="*/ 1584176 h 1872208"/>
                <a:gd name="connsiteX1-3" fmla="*/ 2520280 w 2520280"/>
                <a:gd name="connsiteY1-4" fmla="*/ 1584176 h 1872208"/>
                <a:gd name="connsiteX2-5" fmla="*/ 2520280 w 2520280"/>
                <a:gd name="connsiteY2-6" fmla="*/ 1872208 h 1872208"/>
                <a:gd name="connsiteX3-7" fmla="*/ 0 w 2520280"/>
                <a:gd name="connsiteY3-8" fmla="*/ 1872208 h 1872208"/>
                <a:gd name="connsiteX4-9" fmla="*/ 0 w 2520280"/>
                <a:gd name="connsiteY4-10" fmla="*/ 1584176 h 1872208"/>
                <a:gd name="connsiteX5-11" fmla="*/ 0 w 2520280"/>
                <a:gd name="connsiteY5-12" fmla="*/ 0 h 1872208"/>
                <a:gd name="connsiteX6-13" fmla="*/ 2520280 w 2520280"/>
                <a:gd name="connsiteY6-14" fmla="*/ 0 h 1872208"/>
                <a:gd name="connsiteX7-15" fmla="*/ 0 w 2520280"/>
                <a:gd name="connsiteY7-16" fmla="*/ 0 h 1872208"/>
                <a:gd name="connsiteX0-17" fmla="*/ 0 w 2520280"/>
                <a:gd name="connsiteY0-18" fmla="*/ 1872208 h 1872208"/>
                <a:gd name="connsiteX1-19" fmla="*/ 2520280 w 2520280"/>
                <a:gd name="connsiteY1-20" fmla="*/ 1584176 h 1872208"/>
                <a:gd name="connsiteX2-21" fmla="*/ 2520280 w 2520280"/>
                <a:gd name="connsiteY2-22" fmla="*/ 1872208 h 1872208"/>
                <a:gd name="connsiteX3-23" fmla="*/ 0 w 2520280"/>
                <a:gd name="connsiteY3-24" fmla="*/ 1872208 h 1872208"/>
                <a:gd name="connsiteX4-25" fmla="*/ 0 w 2520280"/>
                <a:gd name="connsiteY4-26" fmla="*/ 0 h 1872208"/>
                <a:gd name="connsiteX5-27" fmla="*/ 2520280 w 2520280"/>
                <a:gd name="connsiteY5-28" fmla="*/ 0 h 1872208"/>
                <a:gd name="connsiteX6-29" fmla="*/ 0 w 2520280"/>
                <a:gd name="connsiteY6-30" fmla="*/ 0 h 1872208"/>
                <a:gd name="connsiteX0-31" fmla="*/ 0 w 2520280"/>
                <a:gd name="connsiteY0-32" fmla="*/ 1872208 h 1872208"/>
                <a:gd name="connsiteX1-33" fmla="*/ 2520280 w 2520280"/>
                <a:gd name="connsiteY1-34" fmla="*/ 1872208 h 1872208"/>
                <a:gd name="connsiteX2-35" fmla="*/ 0 w 2520280"/>
                <a:gd name="connsiteY2-36" fmla="*/ 1872208 h 1872208"/>
                <a:gd name="connsiteX3-37" fmla="*/ 0 w 2520280"/>
                <a:gd name="connsiteY3-38" fmla="*/ 0 h 1872208"/>
                <a:gd name="connsiteX4-39" fmla="*/ 2520280 w 2520280"/>
                <a:gd name="connsiteY4-40" fmla="*/ 0 h 1872208"/>
                <a:gd name="connsiteX5-41" fmla="*/ 0 w 2520280"/>
                <a:gd name="connsiteY5-42" fmla="*/ 0 h 1872208"/>
                <a:gd name="connsiteX0-43" fmla="*/ 0 w 2520280"/>
                <a:gd name="connsiteY0-44" fmla="*/ 1872208 h 1872208"/>
                <a:gd name="connsiteX1-45" fmla="*/ 2520280 w 2520280"/>
                <a:gd name="connsiteY1-46" fmla="*/ 1872208 h 1872208"/>
                <a:gd name="connsiteX2-47" fmla="*/ 0 w 2520280"/>
                <a:gd name="connsiteY2-48" fmla="*/ 1872208 h 1872208"/>
                <a:gd name="connsiteX3-49" fmla="*/ 0 w 2520280"/>
                <a:gd name="connsiteY3-50" fmla="*/ 0 h 1872208"/>
                <a:gd name="connsiteX4-51" fmla="*/ 34255 w 2520280"/>
                <a:gd name="connsiteY4-52" fmla="*/ 0 h 1872208"/>
                <a:gd name="connsiteX5-53" fmla="*/ 0 w 2520280"/>
                <a:gd name="connsiteY5-54" fmla="*/ 0 h 1872208"/>
                <a:gd name="connsiteX0-55" fmla="*/ 0 w 2520280"/>
                <a:gd name="connsiteY0-56" fmla="*/ 1872208 h 1872208"/>
                <a:gd name="connsiteX1-57" fmla="*/ 2520280 w 2520280"/>
                <a:gd name="connsiteY1-58" fmla="*/ 1872208 h 1872208"/>
                <a:gd name="connsiteX2-59" fmla="*/ 0 w 2520280"/>
                <a:gd name="connsiteY2-60" fmla="*/ 1872208 h 1872208"/>
                <a:gd name="connsiteX3-61" fmla="*/ 0 w 2520280"/>
                <a:gd name="connsiteY3-62" fmla="*/ 0 h 1872208"/>
                <a:gd name="connsiteX4-63" fmla="*/ 917 w 2520280"/>
                <a:gd name="connsiteY4-64" fmla="*/ 6036 h 1872208"/>
                <a:gd name="connsiteX5-65" fmla="*/ 0 w 2520280"/>
                <a:gd name="connsiteY5-66" fmla="*/ 0 h 1872208"/>
                <a:gd name="connsiteX0-67" fmla="*/ 0 w 2520280"/>
                <a:gd name="connsiteY0-68" fmla="*/ 1890314 h 1890314"/>
                <a:gd name="connsiteX1-69" fmla="*/ 2520280 w 2520280"/>
                <a:gd name="connsiteY1-70" fmla="*/ 1890314 h 1890314"/>
                <a:gd name="connsiteX2-71" fmla="*/ 0 w 2520280"/>
                <a:gd name="connsiteY2-72" fmla="*/ 1890314 h 1890314"/>
                <a:gd name="connsiteX3-73" fmla="*/ 0 w 2520280"/>
                <a:gd name="connsiteY3-74" fmla="*/ 18106 h 1890314"/>
                <a:gd name="connsiteX4-75" fmla="*/ 53304 w 2520280"/>
                <a:gd name="connsiteY4-76" fmla="*/ 0 h 1890314"/>
                <a:gd name="connsiteX5-77" fmla="*/ 0 w 2520280"/>
                <a:gd name="connsiteY5-78" fmla="*/ 18106 h 1890314"/>
                <a:gd name="connsiteX0-79" fmla="*/ 0 w 2520280"/>
                <a:gd name="connsiteY0-80" fmla="*/ 1872208 h 1872208"/>
                <a:gd name="connsiteX1-81" fmla="*/ 2520280 w 2520280"/>
                <a:gd name="connsiteY1-82" fmla="*/ 1872208 h 1872208"/>
                <a:gd name="connsiteX2-83" fmla="*/ 0 w 2520280"/>
                <a:gd name="connsiteY2-84" fmla="*/ 1872208 h 1872208"/>
                <a:gd name="connsiteX3-85" fmla="*/ 0 w 2520280"/>
                <a:gd name="connsiteY3-86" fmla="*/ 0 h 1872208"/>
                <a:gd name="connsiteX4-87" fmla="*/ 916 w 2520280"/>
                <a:gd name="connsiteY4-88" fmla="*/ 0 h 1872208"/>
                <a:gd name="connsiteX5-89" fmla="*/ 0 w 2520280"/>
                <a:gd name="connsiteY5-90" fmla="*/ 0 h 187220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2520280" h="1872208">
                  <a:moveTo>
                    <a:pt x="0" y="1872208"/>
                  </a:moveTo>
                  <a:lnTo>
                    <a:pt x="2520280" y="1872208"/>
                  </a:lnTo>
                  <a:lnTo>
                    <a:pt x="0" y="1872208"/>
                  </a:lnTo>
                  <a:close/>
                  <a:moveTo>
                    <a:pt x="0" y="0"/>
                  </a:moveTo>
                  <a:lnTo>
                    <a:pt x="91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sq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spAutoFit/>
            </a:bodyPr>
            <a:lstStyle/>
            <a:p>
              <a:pPr algn="dist" defTabSz="1146175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sz="2000" b="1" dirty="0">
                  <a:solidFill>
                    <a:srgbClr val="132E4A"/>
                  </a:solidFill>
                  <a:latin typeface="等线 Light" panose="02010600030101010101" pitchFamily="2" charset="-122"/>
                  <a:ea typeface="等线 Light" panose="02010600030101010101" pitchFamily="2" charset="-122"/>
                  <a:sym typeface="iekie-Weilaiti" panose="02010601030101010101" pitchFamily="2" charset="-128"/>
                </a:rPr>
                <a:t>注意事项</a:t>
              </a:r>
              <a:endParaRPr lang="zh-CN" sz="2000" b="1" dirty="0">
                <a:solidFill>
                  <a:srgbClr val="132E4A"/>
                </a:solidFill>
                <a:latin typeface="等线 Light" panose="02010600030101010101" pitchFamily="2" charset="-122"/>
                <a:ea typeface="等线 Light" panose="02010600030101010101" pitchFamily="2" charset="-122"/>
                <a:sym typeface="iekie-Weilaiti" panose="02010601030101010101" pitchFamily="2" charset="-128"/>
              </a:endParaRPr>
            </a:p>
          </p:txBody>
        </p:sp>
        <p:cxnSp>
          <p:nvCxnSpPr>
            <p:cNvPr id="39" name="直接连接符 3"/>
            <p:cNvCxnSpPr/>
            <p:nvPr/>
          </p:nvCxnSpPr>
          <p:spPr>
            <a:xfrm>
              <a:off x="143922" y="926390"/>
              <a:ext cx="4097867" cy="0"/>
            </a:xfrm>
            <a:prstGeom prst="line">
              <a:avLst/>
            </a:prstGeom>
            <a:ln w="12700">
              <a:solidFill>
                <a:srgbClr val="132E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4"/>
            <p:cNvCxnSpPr/>
            <p:nvPr/>
          </p:nvCxnSpPr>
          <p:spPr>
            <a:xfrm>
              <a:off x="7658318" y="909703"/>
              <a:ext cx="4372804" cy="0"/>
            </a:xfrm>
            <a:prstGeom prst="line">
              <a:avLst/>
            </a:prstGeom>
            <a:ln w="12700">
              <a:solidFill>
                <a:srgbClr val="132E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96265" y="1147445"/>
            <a:ext cx="6350635" cy="21958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96265" y="3609975"/>
            <a:ext cx="6350000" cy="2331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randomBar dir="vert"/>
      </p:transition>
    </mc:Choice>
    <mc:Fallback>
      <p:transition spd="slow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67000">
              <a:srgbClr val="F0F1F3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/>
          <p:cNvSpPr/>
          <p:nvPr/>
        </p:nvSpPr>
        <p:spPr>
          <a:xfrm>
            <a:off x="7658100" y="2581910"/>
            <a:ext cx="2241550" cy="17519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人数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人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项目经理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人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4358842" y="2819678"/>
            <a:ext cx="736153" cy="290285"/>
          </a:xfrm>
          <a:prstGeom prst="line">
            <a:avLst/>
          </a:prstGeom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4329807" y="4647450"/>
            <a:ext cx="808730" cy="227399"/>
          </a:xfrm>
          <a:prstGeom prst="line">
            <a:avLst/>
          </a:prstGeom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1059945" y="2271575"/>
            <a:ext cx="2975508" cy="2989943"/>
            <a:chOff x="1059945" y="2271575"/>
            <a:chExt cx="2975508" cy="2989943"/>
          </a:xfrm>
        </p:grpSpPr>
        <p:sp>
          <p:nvSpPr>
            <p:cNvPr id="2" name="椭圆 1"/>
            <p:cNvSpPr/>
            <p:nvPr/>
          </p:nvSpPr>
          <p:spPr>
            <a:xfrm>
              <a:off x="1059945" y="2271575"/>
              <a:ext cx="2975508" cy="2989943"/>
            </a:xfrm>
            <a:prstGeom prst="ellipse">
              <a:avLst/>
            </a:prstGeom>
            <a:noFill/>
            <a:ln>
              <a:solidFill>
                <a:srgbClr val="1732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2" name="图形 11" descr="用户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79421" y="2466500"/>
              <a:ext cx="2600092" cy="2600092"/>
            </a:xfrm>
            <a:prstGeom prst="rect">
              <a:avLst/>
            </a:prstGeom>
          </p:spPr>
        </p:pic>
      </p:grpSp>
      <p:grpSp>
        <p:nvGrpSpPr>
          <p:cNvPr id="18" name="组合 17"/>
          <p:cNvGrpSpPr/>
          <p:nvPr/>
        </p:nvGrpSpPr>
        <p:grpSpPr>
          <a:xfrm>
            <a:off x="5345881" y="1861734"/>
            <a:ext cx="1489323" cy="1496548"/>
            <a:chOff x="5345881" y="1861734"/>
            <a:chExt cx="1489323" cy="1496548"/>
          </a:xfrm>
        </p:grpSpPr>
        <p:sp>
          <p:nvSpPr>
            <p:cNvPr id="3" name="椭圆 2"/>
            <p:cNvSpPr/>
            <p:nvPr/>
          </p:nvSpPr>
          <p:spPr>
            <a:xfrm>
              <a:off x="5345881" y="1861734"/>
              <a:ext cx="1489323" cy="1496548"/>
            </a:xfrm>
            <a:prstGeom prst="ellipse">
              <a:avLst/>
            </a:prstGeom>
            <a:noFill/>
            <a:ln>
              <a:solidFill>
                <a:srgbClr val="1732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4" name="图形 13" descr="日历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74761" y="2152808"/>
              <a:ext cx="914400" cy="914400"/>
            </a:xfrm>
            <a:prstGeom prst="rect">
              <a:avLst/>
            </a:prstGeom>
          </p:spPr>
        </p:pic>
      </p:grpSp>
      <p:grpSp>
        <p:nvGrpSpPr>
          <p:cNvPr id="19" name="组合 18"/>
          <p:cNvGrpSpPr/>
          <p:nvPr/>
        </p:nvGrpSpPr>
        <p:grpSpPr>
          <a:xfrm>
            <a:off x="5387300" y="4126575"/>
            <a:ext cx="1489323" cy="1496548"/>
            <a:chOff x="5387300" y="4126575"/>
            <a:chExt cx="1489323" cy="1496548"/>
          </a:xfrm>
        </p:grpSpPr>
        <p:sp>
          <p:nvSpPr>
            <p:cNvPr id="26" name="椭圆 25"/>
            <p:cNvSpPr/>
            <p:nvPr/>
          </p:nvSpPr>
          <p:spPr>
            <a:xfrm>
              <a:off x="5387300" y="4126575"/>
              <a:ext cx="1489323" cy="1496548"/>
            </a:xfrm>
            <a:prstGeom prst="ellipse">
              <a:avLst/>
            </a:prstGeom>
            <a:noFill/>
            <a:ln>
              <a:solidFill>
                <a:srgbClr val="1732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6" name="图形 15" descr="条形图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74761" y="4417649"/>
              <a:ext cx="914400" cy="914400"/>
            </a:xfrm>
            <a:prstGeom prst="rect">
              <a:avLst/>
            </a:prstGeom>
          </p:spPr>
        </p:pic>
      </p:grpSp>
      <p:grpSp>
        <p:nvGrpSpPr>
          <p:cNvPr id="25" name="组合 24"/>
          <p:cNvGrpSpPr/>
          <p:nvPr/>
        </p:nvGrpSpPr>
        <p:grpSpPr>
          <a:xfrm>
            <a:off x="143922" y="223584"/>
            <a:ext cx="11887200" cy="307340"/>
            <a:chOff x="143922" y="776034"/>
            <a:chExt cx="11887200" cy="307340"/>
          </a:xfrm>
        </p:grpSpPr>
        <p:sp>
          <p:nvSpPr>
            <p:cNvPr id="27" name="MH_Entry_1"/>
            <p:cNvSpPr/>
            <p:nvPr>
              <p:custDataLst>
                <p:tags r:id="rId7"/>
              </p:custDataLst>
            </p:nvPr>
          </p:nvSpPr>
          <p:spPr>
            <a:xfrm>
              <a:off x="4539167" y="776034"/>
              <a:ext cx="2751619" cy="307340"/>
            </a:xfrm>
            <a:custGeom>
              <a:avLst/>
              <a:gdLst>
                <a:gd name="connsiteX0" fmla="*/ 0 w 2520280"/>
                <a:gd name="connsiteY0" fmla="*/ 1584176 h 1872208"/>
                <a:gd name="connsiteX1" fmla="*/ 2520280 w 2520280"/>
                <a:gd name="connsiteY1" fmla="*/ 1584176 h 1872208"/>
                <a:gd name="connsiteX2" fmla="*/ 2520280 w 2520280"/>
                <a:gd name="connsiteY2" fmla="*/ 1872208 h 1872208"/>
                <a:gd name="connsiteX3" fmla="*/ 0 w 2520280"/>
                <a:gd name="connsiteY3" fmla="*/ 1872208 h 1872208"/>
                <a:gd name="connsiteX4" fmla="*/ 0 w 2520280"/>
                <a:gd name="connsiteY4" fmla="*/ 1584176 h 1872208"/>
                <a:gd name="connsiteX5" fmla="*/ 0 w 2520280"/>
                <a:gd name="connsiteY5" fmla="*/ 0 h 1872208"/>
                <a:gd name="connsiteX6" fmla="*/ 2520280 w 2520280"/>
                <a:gd name="connsiteY6" fmla="*/ 0 h 1872208"/>
                <a:gd name="connsiteX7" fmla="*/ 2520280 w 2520280"/>
                <a:gd name="connsiteY7" fmla="*/ 288032 h 1872208"/>
                <a:gd name="connsiteX8" fmla="*/ 0 w 2520280"/>
                <a:gd name="connsiteY8" fmla="*/ 0 h 1872208"/>
                <a:gd name="connsiteX0-1" fmla="*/ 0 w 2520280"/>
                <a:gd name="connsiteY0-2" fmla="*/ 1584176 h 1872208"/>
                <a:gd name="connsiteX1-3" fmla="*/ 2520280 w 2520280"/>
                <a:gd name="connsiteY1-4" fmla="*/ 1584176 h 1872208"/>
                <a:gd name="connsiteX2-5" fmla="*/ 2520280 w 2520280"/>
                <a:gd name="connsiteY2-6" fmla="*/ 1872208 h 1872208"/>
                <a:gd name="connsiteX3-7" fmla="*/ 0 w 2520280"/>
                <a:gd name="connsiteY3-8" fmla="*/ 1872208 h 1872208"/>
                <a:gd name="connsiteX4-9" fmla="*/ 0 w 2520280"/>
                <a:gd name="connsiteY4-10" fmla="*/ 1584176 h 1872208"/>
                <a:gd name="connsiteX5-11" fmla="*/ 0 w 2520280"/>
                <a:gd name="connsiteY5-12" fmla="*/ 0 h 1872208"/>
                <a:gd name="connsiteX6-13" fmla="*/ 2520280 w 2520280"/>
                <a:gd name="connsiteY6-14" fmla="*/ 0 h 1872208"/>
                <a:gd name="connsiteX7-15" fmla="*/ 0 w 2520280"/>
                <a:gd name="connsiteY7-16" fmla="*/ 0 h 1872208"/>
                <a:gd name="connsiteX0-17" fmla="*/ 0 w 2520280"/>
                <a:gd name="connsiteY0-18" fmla="*/ 1872208 h 1872208"/>
                <a:gd name="connsiteX1-19" fmla="*/ 2520280 w 2520280"/>
                <a:gd name="connsiteY1-20" fmla="*/ 1584176 h 1872208"/>
                <a:gd name="connsiteX2-21" fmla="*/ 2520280 w 2520280"/>
                <a:gd name="connsiteY2-22" fmla="*/ 1872208 h 1872208"/>
                <a:gd name="connsiteX3-23" fmla="*/ 0 w 2520280"/>
                <a:gd name="connsiteY3-24" fmla="*/ 1872208 h 1872208"/>
                <a:gd name="connsiteX4-25" fmla="*/ 0 w 2520280"/>
                <a:gd name="connsiteY4-26" fmla="*/ 0 h 1872208"/>
                <a:gd name="connsiteX5-27" fmla="*/ 2520280 w 2520280"/>
                <a:gd name="connsiteY5-28" fmla="*/ 0 h 1872208"/>
                <a:gd name="connsiteX6-29" fmla="*/ 0 w 2520280"/>
                <a:gd name="connsiteY6-30" fmla="*/ 0 h 1872208"/>
                <a:gd name="connsiteX0-31" fmla="*/ 0 w 2520280"/>
                <a:gd name="connsiteY0-32" fmla="*/ 1872208 h 1872208"/>
                <a:gd name="connsiteX1-33" fmla="*/ 2520280 w 2520280"/>
                <a:gd name="connsiteY1-34" fmla="*/ 1872208 h 1872208"/>
                <a:gd name="connsiteX2-35" fmla="*/ 0 w 2520280"/>
                <a:gd name="connsiteY2-36" fmla="*/ 1872208 h 1872208"/>
                <a:gd name="connsiteX3-37" fmla="*/ 0 w 2520280"/>
                <a:gd name="connsiteY3-38" fmla="*/ 0 h 1872208"/>
                <a:gd name="connsiteX4-39" fmla="*/ 2520280 w 2520280"/>
                <a:gd name="connsiteY4-40" fmla="*/ 0 h 1872208"/>
                <a:gd name="connsiteX5-41" fmla="*/ 0 w 2520280"/>
                <a:gd name="connsiteY5-42" fmla="*/ 0 h 1872208"/>
                <a:gd name="connsiteX0-43" fmla="*/ 0 w 2520280"/>
                <a:gd name="connsiteY0-44" fmla="*/ 1872208 h 1872208"/>
                <a:gd name="connsiteX1-45" fmla="*/ 2520280 w 2520280"/>
                <a:gd name="connsiteY1-46" fmla="*/ 1872208 h 1872208"/>
                <a:gd name="connsiteX2-47" fmla="*/ 0 w 2520280"/>
                <a:gd name="connsiteY2-48" fmla="*/ 1872208 h 1872208"/>
                <a:gd name="connsiteX3-49" fmla="*/ 0 w 2520280"/>
                <a:gd name="connsiteY3-50" fmla="*/ 0 h 1872208"/>
                <a:gd name="connsiteX4-51" fmla="*/ 34255 w 2520280"/>
                <a:gd name="connsiteY4-52" fmla="*/ 0 h 1872208"/>
                <a:gd name="connsiteX5-53" fmla="*/ 0 w 2520280"/>
                <a:gd name="connsiteY5-54" fmla="*/ 0 h 1872208"/>
                <a:gd name="connsiteX0-55" fmla="*/ 0 w 2520280"/>
                <a:gd name="connsiteY0-56" fmla="*/ 1872208 h 1872208"/>
                <a:gd name="connsiteX1-57" fmla="*/ 2520280 w 2520280"/>
                <a:gd name="connsiteY1-58" fmla="*/ 1872208 h 1872208"/>
                <a:gd name="connsiteX2-59" fmla="*/ 0 w 2520280"/>
                <a:gd name="connsiteY2-60" fmla="*/ 1872208 h 1872208"/>
                <a:gd name="connsiteX3-61" fmla="*/ 0 w 2520280"/>
                <a:gd name="connsiteY3-62" fmla="*/ 0 h 1872208"/>
                <a:gd name="connsiteX4-63" fmla="*/ 917 w 2520280"/>
                <a:gd name="connsiteY4-64" fmla="*/ 6036 h 1872208"/>
                <a:gd name="connsiteX5-65" fmla="*/ 0 w 2520280"/>
                <a:gd name="connsiteY5-66" fmla="*/ 0 h 1872208"/>
                <a:gd name="connsiteX0-67" fmla="*/ 0 w 2520280"/>
                <a:gd name="connsiteY0-68" fmla="*/ 1890314 h 1890314"/>
                <a:gd name="connsiteX1-69" fmla="*/ 2520280 w 2520280"/>
                <a:gd name="connsiteY1-70" fmla="*/ 1890314 h 1890314"/>
                <a:gd name="connsiteX2-71" fmla="*/ 0 w 2520280"/>
                <a:gd name="connsiteY2-72" fmla="*/ 1890314 h 1890314"/>
                <a:gd name="connsiteX3-73" fmla="*/ 0 w 2520280"/>
                <a:gd name="connsiteY3-74" fmla="*/ 18106 h 1890314"/>
                <a:gd name="connsiteX4-75" fmla="*/ 53304 w 2520280"/>
                <a:gd name="connsiteY4-76" fmla="*/ 0 h 1890314"/>
                <a:gd name="connsiteX5-77" fmla="*/ 0 w 2520280"/>
                <a:gd name="connsiteY5-78" fmla="*/ 18106 h 1890314"/>
                <a:gd name="connsiteX0-79" fmla="*/ 0 w 2520280"/>
                <a:gd name="connsiteY0-80" fmla="*/ 1872208 h 1872208"/>
                <a:gd name="connsiteX1-81" fmla="*/ 2520280 w 2520280"/>
                <a:gd name="connsiteY1-82" fmla="*/ 1872208 h 1872208"/>
                <a:gd name="connsiteX2-83" fmla="*/ 0 w 2520280"/>
                <a:gd name="connsiteY2-84" fmla="*/ 1872208 h 1872208"/>
                <a:gd name="connsiteX3-85" fmla="*/ 0 w 2520280"/>
                <a:gd name="connsiteY3-86" fmla="*/ 0 h 1872208"/>
                <a:gd name="connsiteX4-87" fmla="*/ 916 w 2520280"/>
                <a:gd name="connsiteY4-88" fmla="*/ 0 h 1872208"/>
                <a:gd name="connsiteX5-89" fmla="*/ 0 w 2520280"/>
                <a:gd name="connsiteY5-90" fmla="*/ 0 h 187220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2520280" h="1872208">
                  <a:moveTo>
                    <a:pt x="0" y="1872208"/>
                  </a:moveTo>
                  <a:lnTo>
                    <a:pt x="2520280" y="1872208"/>
                  </a:lnTo>
                  <a:lnTo>
                    <a:pt x="0" y="1872208"/>
                  </a:lnTo>
                  <a:close/>
                  <a:moveTo>
                    <a:pt x="0" y="0"/>
                  </a:moveTo>
                  <a:lnTo>
                    <a:pt x="91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sq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spAutoFit/>
            </a:bodyPr>
            <a:lstStyle/>
            <a:p>
              <a:pPr algn="dist" defTabSz="1146175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dirty="0">
                  <a:solidFill>
                    <a:schemeClr val="bg2">
                      <a:lumMod val="1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  <a:sym typeface="Arial" panose="020B0604020202020204" pitchFamily="34" charset="0"/>
                </a:rPr>
                <a:t>项目分工</a:t>
              </a:r>
              <a:endParaRPr lang="zh-CN" altLang="en-US" sz="2000" dirty="0">
                <a:solidFill>
                  <a:schemeClr val="bg2">
                    <a:lumMod val="1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sym typeface="Arial" panose="020B0604020202020204" pitchFamily="34" charset="0"/>
              </a:endParaRPr>
            </a:p>
          </p:txBody>
        </p:sp>
        <p:cxnSp>
          <p:nvCxnSpPr>
            <p:cNvPr id="28" name="直接连接符 3"/>
            <p:cNvCxnSpPr/>
            <p:nvPr/>
          </p:nvCxnSpPr>
          <p:spPr>
            <a:xfrm>
              <a:off x="143922" y="926390"/>
              <a:ext cx="4097867" cy="0"/>
            </a:xfrm>
            <a:prstGeom prst="line">
              <a:avLst/>
            </a:prstGeom>
            <a:ln w="12700">
              <a:solidFill>
                <a:srgbClr val="132E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4"/>
            <p:cNvCxnSpPr/>
            <p:nvPr/>
          </p:nvCxnSpPr>
          <p:spPr>
            <a:xfrm>
              <a:off x="7658318" y="909703"/>
              <a:ext cx="4372804" cy="0"/>
            </a:xfrm>
            <a:prstGeom prst="line">
              <a:avLst/>
            </a:prstGeom>
            <a:ln w="12700">
              <a:solidFill>
                <a:srgbClr val="132E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randomBar dir="vert"/>
      </p:transition>
    </mc:Choice>
    <mc:Fallback>
      <p:transition spd="slow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67000">
              <a:srgbClr val="F0F1F3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143922" y="223584"/>
            <a:ext cx="11887200" cy="307340"/>
            <a:chOff x="143922" y="776034"/>
            <a:chExt cx="11887200" cy="307340"/>
          </a:xfrm>
        </p:grpSpPr>
        <p:sp>
          <p:nvSpPr>
            <p:cNvPr id="19" name="MH_Entry_1"/>
            <p:cNvSpPr/>
            <p:nvPr>
              <p:custDataLst>
                <p:tags r:id="rId1"/>
              </p:custDataLst>
            </p:nvPr>
          </p:nvSpPr>
          <p:spPr>
            <a:xfrm>
              <a:off x="4539167" y="776034"/>
              <a:ext cx="2751619" cy="307340"/>
            </a:xfrm>
            <a:custGeom>
              <a:avLst/>
              <a:gdLst>
                <a:gd name="connsiteX0" fmla="*/ 0 w 2520280"/>
                <a:gd name="connsiteY0" fmla="*/ 1584176 h 1872208"/>
                <a:gd name="connsiteX1" fmla="*/ 2520280 w 2520280"/>
                <a:gd name="connsiteY1" fmla="*/ 1584176 h 1872208"/>
                <a:gd name="connsiteX2" fmla="*/ 2520280 w 2520280"/>
                <a:gd name="connsiteY2" fmla="*/ 1872208 h 1872208"/>
                <a:gd name="connsiteX3" fmla="*/ 0 w 2520280"/>
                <a:gd name="connsiteY3" fmla="*/ 1872208 h 1872208"/>
                <a:gd name="connsiteX4" fmla="*/ 0 w 2520280"/>
                <a:gd name="connsiteY4" fmla="*/ 1584176 h 1872208"/>
                <a:gd name="connsiteX5" fmla="*/ 0 w 2520280"/>
                <a:gd name="connsiteY5" fmla="*/ 0 h 1872208"/>
                <a:gd name="connsiteX6" fmla="*/ 2520280 w 2520280"/>
                <a:gd name="connsiteY6" fmla="*/ 0 h 1872208"/>
                <a:gd name="connsiteX7" fmla="*/ 2520280 w 2520280"/>
                <a:gd name="connsiteY7" fmla="*/ 288032 h 1872208"/>
                <a:gd name="connsiteX8" fmla="*/ 0 w 2520280"/>
                <a:gd name="connsiteY8" fmla="*/ 0 h 1872208"/>
                <a:gd name="connsiteX0-1" fmla="*/ 0 w 2520280"/>
                <a:gd name="connsiteY0-2" fmla="*/ 1584176 h 1872208"/>
                <a:gd name="connsiteX1-3" fmla="*/ 2520280 w 2520280"/>
                <a:gd name="connsiteY1-4" fmla="*/ 1584176 h 1872208"/>
                <a:gd name="connsiteX2-5" fmla="*/ 2520280 w 2520280"/>
                <a:gd name="connsiteY2-6" fmla="*/ 1872208 h 1872208"/>
                <a:gd name="connsiteX3-7" fmla="*/ 0 w 2520280"/>
                <a:gd name="connsiteY3-8" fmla="*/ 1872208 h 1872208"/>
                <a:gd name="connsiteX4-9" fmla="*/ 0 w 2520280"/>
                <a:gd name="connsiteY4-10" fmla="*/ 1584176 h 1872208"/>
                <a:gd name="connsiteX5-11" fmla="*/ 0 w 2520280"/>
                <a:gd name="connsiteY5-12" fmla="*/ 0 h 1872208"/>
                <a:gd name="connsiteX6-13" fmla="*/ 2520280 w 2520280"/>
                <a:gd name="connsiteY6-14" fmla="*/ 0 h 1872208"/>
                <a:gd name="connsiteX7-15" fmla="*/ 0 w 2520280"/>
                <a:gd name="connsiteY7-16" fmla="*/ 0 h 1872208"/>
                <a:gd name="connsiteX0-17" fmla="*/ 0 w 2520280"/>
                <a:gd name="connsiteY0-18" fmla="*/ 1872208 h 1872208"/>
                <a:gd name="connsiteX1-19" fmla="*/ 2520280 w 2520280"/>
                <a:gd name="connsiteY1-20" fmla="*/ 1584176 h 1872208"/>
                <a:gd name="connsiteX2-21" fmla="*/ 2520280 w 2520280"/>
                <a:gd name="connsiteY2-22" fmla="*/ 1872208 h 1872208"/>
                <a:gd name="connsiteX3-23" fmla="*/ 0 w 2520280"/>
                <a:gd name="connsiteY3-24" fmla="*/ 1872208 h 1872208"/>
                <a:gd name="connsiteX4-25" fmla="*/ 0 w 2520280"/>
                <a:gd name="connsiteY4-26" fmla="*/ 0 h 1872208"/>
                <a:gd name="connsiteX5-27" fmla="*/ 2520280 w 2520280"/>
                <a:gd name="connsiteY5-28" fmla="*/ 0 h 1872208"/>
                <a:gd name="connsiteX6-29" fmla="*/ 0 w 2520280"/>
                <a:gd name="connsiteY6-30" fmla="*/ 0 h 1872208"/>
                <a:gd name="connsiteX0-31" fmla="*/ 0 w 2520280"/>
                <a:gd name="connsiteY0-32" fmla="*/ 1872208 h 1872208"/>
                <a:gd name="connsiteX1-33" fmla="*/ 2520280 w 2520280"/>
                <a:gd name="connsiteY1-34" fmla="*/ 1872208 h 1872208"/>
                <a:gd name="connsiteX2-35" fmla="*/ 0 w 2520280"/>
                <a:gd name="connsiteY2-36" fmla="*/ 1872208 h 1872208"/>
                <a:gd name="connsiteX3-37" fmla="*/ 0 w 2520280"/>
                <a:gd name="connsiteY3-38" fmla="*/ 0 h 1872208"/>
                <a:gd name="connsiteX4-39" fmla="*/ 2520280 w 2520280"/>
                <a:gd name="connsiteY4-40" fmla="*/ 0 h 1872208"/>
                <a:gd name="connsiteX5-41" fmla="*/ 0 w 2520280"/>
                <a:gd name="connsiteY5-42" fmla="*/ 0 h 1872208"/>
                <a:gd name="connsiteX0-43" fmla="*/ 0 w 2520280"/>
                <a:gd name="connsiteY0-44" fmla="*/ 1872208 h 1872208"/>
                <a:gd name="connsiteX1-45" fmla="*/ 2520280 w 2520280"/>
                <a:gd name="connsiteY1-46" fmla="*/ 1872208 h 1872208"/>
                <a:gd name="connsiteX2-47" fmla="*/ 0 w 2520280"/>
                <a:gd name="connsiteY2-48" fmla="*/ 1872208 h 1872208"/>
                <a:gd name="connsiteX3-49" fmla="*/ 0 w 2520280"/>
                <a:gd name="connsiteY3-50" fmla="*/ 0 h 1872208"/>
                <a:gd name="connsiteX4-51" fmla="*/ 34255 w 2520280"/>
                <a:gd name="connsiteY4-52" fmla="*/ 0 h 1872208"/>
                <a:gd name="connsiteX5-53" fmla="*/ 0 w 2520280"/>
                <a:gd name="connsiteY5-54" fmla="*/ 0 h 1872208"/>
                <a:gd name="connsiteX0-55" fmla="*/ 0 w 2520280"/>
                <a:gd name="connsiteY0-56" fmla="*/ 1872208 h 1872208"/>
                <a:gd name="connsiteX1-57" fmla="*/ 2520280 w 2520280"/>
                <a:gd name="connsiteY1-58" fmla="*/ 1872208 h 1872208"/>
                <a:gd name="connsiteX2-59" fmla="*/ 0 w 2520280"/>
                <a:gd name="connsiteY2-60" fmla="*/ 1872208 h 1872208"/>
                <a:gd name="connsiteX3-61" fmla="*/ 0 w 2520280"/>
                <a:gd name="connsiteY3-62" fmla="*/ 0 h 1872208"/>
                <a:gd name="connsiteX4-63" fmla="*/ 917 w 2520280"/>
                <a:gd name="connsiteY4-64" fmla="*/ 6036 h 1872208"/>
                <a:gd name="connsiteX5-65" fmla="*/ 0 w 2520280"/>
                <a:gd name="connsiteY5-66" fmla="*/ 0 h 1872208"/>
                <a:gd name="connsiteX0-67" fmla="*/ 0 w 2520280"/>
                <a:gd name="connsiteY0-68" fmla="*/ 1890314 h 1890314"/>
                <a:gd name="connsiteX1-69" fmla="*/ 2520280 w 2520280"/>
                <a:gd name="connsiteY1-70" fmla="*/ 1890314 h 1890314"/>
                <a:gd name="connsiteX2-71" fmla="*/ 0 w 2520280"/>
                <a:gd name="connsiteY2-72" fmla="*/ 1890314 h 1890314"/>
                <a:gd name="connsiteX3-73" fmla="*/ 0 w 2520280"/>
                <a:gd name="connsiteY3-74" fmla="*/ 18106 h 1890314"/>
                <a:gd name="connsiteX4-75" fmla="*/ 53304 w 2520280"/>
                <a:gd name="connsiteY4-76" fmla="*/ 0 h 1890314"/>
                <a:gd name="connsiteX5-77" fmla="*/ 0 w 2520280"/>
                <a:gd name="connsiteY5-78" fmla="*/ 18106 h 1890314"/>
                <a:gd name="connsiteX0-79" fmla="*/ 0 w 2520280"/>
                <a:gd name="connsiteY0-80" fmla="*/ 1872208 h 1872208"/>
                <a:gd name="connsiteX1-81" fmla="*/ 2520280 w 2520280"/>
                <a:gd name="connsiteY1-82" fmla="*/ 1872208 h 1872208"/>
                <a:gd name="connsiteX2-83" fmla="*/ 0 w 2520280"/>
                <a:gd name="connsiteY2-84" fmla="*/ 1872208 h 1872208"/>
                <a:gd name="connsiteX3-85" fmla="*/ 0 w 2520280"/>
                <a:gd name="connsiteY3-86" fmla="*/ 0 h 1872208"/>
                <a:gd name="connsiteX4-87" fmla="*/ 916 w 2520280"/>
                <a:gd name="connsiteY4-88" fmla="*/ 0 h 1872208"/>
                <a:gd name="connsiteX5-89" fmla="*/ 0 w 2520280"/>
                <a:gd name="connsiteY5-90" fmla="*/ 0 h 187220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2520280" h="1872208">
                  <a:moveTo>
                    <a:pt x="0" y="1872208"/>
                  </a:moveTo>
                  <a:lnTo>
                    <a:pt x="2520280" y="1872208"/>
                  </a:lnTo>
                  <a:lnTo>
                    <a:pt x="0" y="1872208"/>
                  </a:lnTo>
                  <a:close/>
                  <a:moveTo>
                    <a:pt x="0" y="0"/>
                  </a:moveTo>
                  <a:lnTo>
                    <a:pt x="91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sq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spAutoFit/>
            </a:bodyPr>
            <a:lstStyle/>
            <a:p>
              <a:pPr algn="dist" defTabSz="1146175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sz="2000" b="1" dirty="0">
                  <a:solidFill>
                    <a:srgbClr val="132E4A"/>
                  </a:solidFill>
                  <a:latin typeface="等线 Light" panose="02010600030101010101" pitchFamily="2" charset="-122"/>
                  <a:ea typeface="等线 Light" panose="02010600030101010101" pitchFamily="2" charset="-122"/>
                  <a:sym typeface="iekie-Weilaiti" panose="02010601030101010101" pitchFamily="2" charset="-128"/>
                </a:rPr>
                <a:t>技术需求</a:t>
              </a:r>
              <a:endParaRPr lang="zh-CN" sz="2000" b="1" dirty="0">
                <a:solidFill>
                  <a:srgbClr val="132E4A"/>
                </a:solidFill>
                <a:latin typeface="等线 Light" panose="02010600030101010101" pitchFamily="2" charset="-122"/>
                <a:ea typeface="等线 Light" panose="02010600030101010101" pitchFamily="2" charset="-122"/>
                <a:sym typeface="iekie-Weilaiti" panose="02010601030101010101" pitchFamily="2" charset="-128"/>
              </a:endParaRPr>
            </a:p>
          </p:txBody>
        </p:sp>
        <p:cxnSp>
          <p:nvCxnSpPr>
            <p:cNvPr id="20" name="直接连接符 3"/>
            <p:cNvCxnSpPr/>
            <p:nvPr/>
          </p:nvCxnSpPr>
          <p:spPr>
            <a:xfrm>
              <a:off x="143922" y="926390"/>
              <a:ext cx="4097867" cy="0"/>
            </a:xfrm>
            <a:prstGeom prst="line">
              <a:avLst/>
            </a:prstGeom>
            <a:ln w="12700">
              <a:solidFill>
                <a:srgbClr val="132E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4"/>
            <p:cNvCxnSpPr/>
            <p:nvPr/>
          </p:nvCxnSpPr>
          <p:spPr>
            <a:xfrm>
              <a:off x="7658318" y="909703"/>
              <a:ext cx="4372804" cy="0"/>
            </a:xfrm>
            <a:prstGeom prst="line">
              <a:avLst/>
            </a:prstGeom>
            <a:ln w="12700">
              <a:solidFill>
                <a:srgbClr val="132E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/>
          <p:cNvSpPr txBox="1"/>
          <p:nvPr/>
        </p:nvSpPr>
        <p:spPr>
          <a:xfrm>
            <a:off x="794385" y="883285"/>
            <a:ext cx="9751695" cy="4859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架构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1. </a:t>
            </a:r>
            <a:r>
              <a:rPr lang="zh-CN" altLang="en-US"/>
              <a:t>使用</a:t>
            </a:r>
            <a:r>
              <a:rPr lang="en-US" altLang="zh-CN"/>
              <a:t>Vue</a:t>
            </a:r>
            <a:r>
              <a:rPr lang="zh-CN" altLang="en-US"/>
              <a:t>架构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可以用第三方</a:t>
            </a:r>
            <a:r>
              <a:rPr lang="en-US" altLang="zh-CN"/>
              <a:t>UI</a:t>
            </a:r>
            <a:r>
              <a:rPr lang="zh-CN" altLang="en-US"/>
              <a:t>库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开发环境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1. vs code </a:t>
            </a:r>
            <a:r>
              <a:rPr lang="zh-CN" altLang="en-US"/>
              <a:t>编辑器</a:t>
            </a:r>
            <a:endParaRPr lang="zh-CN" altLang="en-US"/>
          </a:p>
          <a:p>
            <a:r>
              <a:rPr lang="en-US" altLang="zh-CN"/>
              <a:t>2. nodeJs javascript运行环境  可用于起服务、安装第三方库</a:t>
            </a:r>
            <a:endParaRPr lang="en-US" altLang="zh-CN"/>
          </a:p>
          <a:p>
            <a:r>
              <a:rPr lang="en-US" altLang="zh-CN"/>
              <a:t>3. vue </a:t>
            </a:r>
            <a:r>
              <a:rPr lang="zh-CN" altLang="en-US"/>
              <a:t>开发框架</a:t>
            </a:r>
            <a:endParaRPr lang="en-US" altLang="zh-CN"/>
          </a:p>
          <a:p>
            <a:r>
              <a:rPr lang="en-US" altLang="zh-CN"/>
              <a:t>4. echarts  绘图库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git  https://git-scm.com/downloads   </a:t>
            </a:r>
            <a:r>
              <a:rPr lang="zh-CN" altLang="en-US"/>
              <a:t>下载安装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randomBar dir="vert"/>
      </p:transition>
    </mc:Choice>
    <mc:Fallback>
      <p:transition spd="slow">
        <p:randomBa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67000">
              <a:srgbClr val="F0F1F3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143922" y="223584"/>
            <a:ext cx="11887200" cy="307340"/>
            <a:chOff x="143922" y="776034"/>
            <a:chExt cx="11887200" cy="307340"/>
          </a:xfrm>
        </p:grpSpPr>
        <p:sp>
          <p:nvSpPr>
            <p:cNvPr id="19" name="MH_Entry_1"/>
            <p:cNvSpPr/>
            <p:nvPr>
              <p:custDataLst>
                <p:tags r:id="rId1"/>
              </p:custDataLst>
            </p:nvPr>
          </p:nvSpPr>
          <p:spPr>
            <a:xfrm>
              <a:off x="4539167" y="776034"/>
              <a:ext cx="2751619" cy="307340"/>
            </a:xfrm>
            <a:custGeom>
              <a:avLst/>
              <a:gdLst>
                <a:gd name="connsiteX0" fmla="*/ 0 w 2520280"/>
                <a:gd name="connsiteY0" fmla="*/ 1584176 h 1872208"/>
                <a:gd name="connsiteX1" fmla="*/ 2520280 w 2520280"/>
                <a:gd name="connsiteY1" fmla="*/ 1584176 h 1872208"/>
                <a:gd name="connsiteX2" fmla="*/ 2520280 w 2520280"/>
                <a:gd name="connsiteY2" fmla="*/ 1872208 h 1872208"/>
                <a:gd name="connsiteX3" fmla="*/ 0 w 2520280"/>
                <a:gd name="connsiteY3" fmla="*/ 1872208 h 1872208"/>
                <a:gd name="connsiteX4" fmla="*/ 0 w 2520280"/>
                <a:gd name="connsiteY4" fmla="*/ 1584176 h 1872208"/>
                <a:gd name="connsiteX5" fmla="*/ 0 w 2520280"/>
                <a:gd name="connsiteY5" fmla="*/ 0 h 1872208"/>
                <a:gd name="connsiteX6" fmla="*/ 2520280 w 2520280"/>
                <a:gd name="connsiteY6" fmla="*/ 0 h 1872208"/>
                <a:gd name="connsiteX7" fmla="*/ 2520280 w 2520280"/>
                <a:gd name="connsiteY7" fmla="*/ 288032 h 1872208"/>
                <a:gd name="connsiteX8" fmla="*/ 0 w 2520280"/>
                <a:gd name="connsiteY8" fmla="*/ 0 h 1872208"/>
                <a:gd name="connsiteX0-1" fmla="*/ 0 w 2520280"/>
                <a:gd name="connsiteY0-2" fmla="*/ 1584176 h 1872208"/>
                <a:gd name="connsiteX1-3" fmla="*/ 2520280 w 2520280"/>
                <a:gd name="connsiteY1-4" fmla="*/ 1584176 h 1872208"/>
                <a:gd name="connsiteX2-5" fmla="*/ 2520280 w 2520280"/>
                <a:gd name="connsiteY2-6" fmla="*/ 1872208 h 1872208"/>
                <a:gd name="connsiteX3-7" fmla="*/ 0 w 2520280"/>
                <a:gd name="connsiteY3-8" fmla="*/ 1872208 h 1872208"/>
                <a:gd name="connsiteX4-9" fmla="*/ 0 w 2520280"/>
                <a:gd name="connsiteY4-10" fmla="*/ 1584176 h 1872208"/>
                <a:gd name="connsiteX5-11" fmla="*/ 0 w 2520280"/>
                <a:gd name="connsiteY5-12" fmla="*/ 0 h 1872208"/>
                <a:gd name="connsiteX6-13" fmla="*/ 2520280 w 2520280"/>
                <a:gd name="connsiteY6-14" fmla="*/ 0 h 1872208"/>
                <a:gd name="connsiteX7-15" fmla="*/ 0 w 2520280"/>
                <a:gd name="connsiteY7-16" fmla="*/ 0 h 1872208"/>
                <a:gd name="connsiteX0-17" fmla="*/ 0 w 2520280"/>
                <a:gd name="connsiteY0-18" fmla="*/ 1872208 h 1872208"/>
                <a:gd name="connsiteX1-19" fmla="*/ 2520280 w 2520280"/>
                <a:gd name="connsiteY1-20" fmla="*/ 1584176 h 1872208"/>
                <a:gd name="connsiteX2-21" fmla="*/ 2520280 w 2520280"/>
                <a:gd name="connsiteY2-22" fmla="*/ 1872208 h 1872208"/>
                <a:gd name="connsiteX3-23" fmla="*/ 0 w 2520280"/>
                <a:gd name="connsiteY3-24" fmla="*/ 1872208 h 1872208"/>
                <a:gd name="connsiteX4-25" fmla="*/ 0 w 2520280"/>
                <a:gd name="connsiteY4-26" fmla="*/ 0 h 1872208"/>
                <a:gd name="connsiteX5-27" fmla="*/ 2520280 w 2520280"/>
                <a:gd name="connsiteY5-28" fmla="*/ 0 h 1872208"/>
                <a:gd name="connsiteX6-29" fmla="*/ 0 w 2520280"/>
                <a:gd name="connsiteY6-30" fmla="*/ 0 h 1872208"/>
                <a:gd name="connsiteX0-31" fmla="*/ 0 w 2520280"/>
                <a:gd name="connsiteY0-32" fmla="*/ 1872208 h 1872208"/>
                <a:gd name="connsiteX1-33" fmla="*/ 2520280 w 2520280"/>
                <a:gd name="connsiteY1-34" fmla="*/ 1872208 h 1872208"/>
                <a:gd name="connsiteX2-35" fmla="*/ 0 w 2520280"/>
                <a:gd name="connsiteY2-36" fmla="*/ 1872208 h 1872208"/>
                <a:gd name="connsiteX3-37" fmla="*/ 0 w 2520280"/>
                <a:gd name="connsiteY3-38" fmla="*/ 0 h 1872208"/>
                <a:gd name="connsiteX4-39" fmla="*/ 2520280 w 2520280"/>
                <a:gd name="connsiteY4-40" fmla="*/ 0 h 1872208"/>
                <a:gd name="connsiteX5-41" fmla="*/ 0 w 2520280"/>
                <a:gd name="connsiteY5-42" fmla="*/ 0 h 1872208"/>
                <a:gd name="connsiteX0-43" fmla="*/ 0 w 2520280"/>
                <a:gd name="connsiteY0-44" fmla="*/ 1872208 h 1872208"/>
                <a:gd name="connsiteX1-45" fmla="*/ 2520280 w 2520280"/>
                <a:gd name="connsiteY1-46" fmla="*/ 1872208 h 1872208"/>
                <a:gd name="connsiteX2-47" fmla="*/ 0 w 2520280"/>
                <a:gd name="connsiteY2-48" fmla="*/ 1872208 h 1872208"/>
                <a:gd name="connsiteX3-49" fmla="*/ 0 w 2520280"/>
                <a:gd name="connsiteY3-50" fmla="*/ 0 h 1872208"/>
                <a:gd name="connsiteX4-51" fmla="*/ 34255 w 2520280"/>
                <a:gd name="connsiteY4-52" fmla="*/ 0 h 1872208"/>
                <a:gd name="connsiteX5-53" fmla="*/ 0 w 2520280"/>
                <a:gd name="connsiteY5-54" fmla="*/ 0 h 1872208"/>
                <a:gd name="connsiteX0-55" fmla="*/ 0 w 2520280"/>
                <a:gd name="connsiteY0-56" fmla="*/ 1872208 h 1872208"/>
                <a:gd name="connsiteX1-57" fmla="*/ 2520280 w 2520280"/>
                <a:gd name="connsiteY1-58" fmla="*/ 1872208 h 1872208"/>
                <a:gd name="connsiteX2-59" fmla="*/ 0 w 2520280"/>
                <a:gd name="connsiteY2-60" fmla="*/ 1872208 h 1872208"/>
                <a:gd name="connsiteX3-61" fmla="*/ 0 w 2520280"/>
                <a:gd name="connsiteY3-62" fmla="*/ 0 h 1872208"/>
                <a:gd name="connsiteX4-63" fmla="*/ 917 w 2520280"/>
                <a:gd name="connsiteY4-64" fmla="*/ 6036 h 1872208"/>
                <a:gd name="connsiteX5-65" fmla="*/ 0 w 2520280"/>
                <a:gd name="connsiteY5-66" fmla="*/ 0 h 1872208"/>
                <a:gd name="connsiteX0-67" fmla="*/ 0 w 2520280"/>
                <a:gd name="connsiteY0-68" fmla="*/ 1890314 h 1890314"/>
                <a:gd name="connsiteX1-69" fmla="*/ 2520280 w 2520280"/>
                <a:gd name="connsiteY1-70" fmla="*/ 1890314 h 1890314"/>
                <a:gd name="connsiteX2-71" fmla="*/ 0 w 2520280"/>
                <a:gd name="connsiteY2-72" fmla="*/ 1890314 h 1890314"/>
                <a:gd name="connsiteX3-73" fmla="*/ 0 w 2520280"/>
                <a:gd name="connsiteY3-74" fmla="*/ 18106 h 1890314"/>
                <a:gd name="connsiteX4-75" fmla="*/ 53304 w 2520280"/>
                <a:gd name="connsiteY4-76" fmla="*/ 0 h 1890314"/>
                <a:gd name="connsiteX5-77" fmla="*/ 0 w 2520280"/>
                <a:gd name="connsiteY5-78" fmla="*/ 18106 h 1890314"/>
                <a:gd name="connsiteX0-79" fmla="*/ 0 w 2520280"/>
                <a:gd name="connsiteY0-80" fmla="*/ 1872208 h 1872208"/>
                <a:gd name="connsiteX1-81" fmla="*/ 2520280 w 2520280"/>
                <a:gd name="connsiteY1-82" fmla="*/ 1872208 h 1872208"/>
                <a:gd name="connsiteX2-83" fmla="*/ 0 w 2520280"/>
                <a:gd name="connsiteY2-84" fmla="*/ 1872208 h 1872208"/>
                <a:gd name="connsiteX3-85" fmla="*/ 0 w 2520280"/>
                <a:gd name="connsiteY3-86" fmla="*/ 0 h 1872208"/>
                <a:gd name="connsiteX4-87" fmla="*/ 916 w 2520280"/>
                <a:gd name="connsiteY4-88" fmla="*/ 0 h 1872208"/>
                <a:gd name="connsiteX5-89" fmla="*/ 0 w 2520280"/>
                <a:gd name="connsiteY5-90" fmla="*/ 0 h 187220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2520280" h="1872208">
                  <a:moveTo>
                    <a:pt x="0" y="1872208"/>
                  </a:moveTo>
                  <a:lnTo>
                    <a:pt x="2520280" y="1872208"/>
                  </a:lnTo>
                  <a:lnTo>
                    <a:pt x="0" y="1872208"/>
                  </a:lnTo>
                  <a:close/>
                  <a:moveTo>
                    <a:pt x="0" y="0"/>
                  </a:moveTo>
                  <a:lnTo>
                    <a:pt x="91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sq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spAutoFit/>
            </a:bodyPr>
            <a:lstStyle/>
            <a:p>
              <a:pPr algn="dist" defTabSz="1146175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sz="2000" b="1" dirty="0">
                  <a:solidFill>
                    <a:srgbClr val="132E4A"/>
                  </a:solidFill>
                  <a:latin typeface="等线 Light" panose="02010600030101010101" pitchFamily="2" charset="-122"/>
                  <a:ea typeface="等线 Light" panose="02010600030101010101" pitchFamily="2" charset="-122"/>
                  <a:sym typeface="iekie-Weilaiti" panose="02010601030101010101" pitchFamily="2" charset="-128"/>
                </a:rPr>
                <a:t>合作开发</a:t>
              </a:r>
              <a:endParaRPr lang="zh-CN" sz="2000" b="1" dirty="0">
                <a:solidFill>
                  <a:srgbClr val="132E4A"/>
                </a:solidFill>
                <a:latin typeface="等线 Light" panose="02010600030101010101" pitchFamily="2" charset="-122"/>
                <a:ea typeface="等线 Light" panose="02010600030101010101" pitchFamily="2" charset="-122"/>
                <a:sym typeface="iekie-Weilaiti" panose="02010601030101010101" pitchFamily="2" charset="-128"/>
              </a:endParaRPr>
            </a:p>
          </p:txBody>
        </p:sp>
        <p:cxnSp>
          <p:nvCxnSpPr>
            <p:cNvPr id="20" name="直接连接符 3"/>
            <p:cNvCxnSpPr/>
            <p:nvPr/>
          </p:nvCxnSpPr>
          <p:spPr>
            <a:xfrm>
              <a:off x="143922" y="926390"/>
              <a:ext cx="4097867" cy="0"/>
            </a:xfrm>
            <a:prstGeom prst="line">
              <a:avLst/>
            </a:prstGeom>
            <a:ln w="12700">
              <a:solidFill>
                <a:srgbClr val="132E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4"/>
            <p:cNvCxnSpPr/>
            <p:nvPr/>
          </p:nvCxnSpPr>
          <p:spPr>
            <a:xfrm>
              <a:off x="7658318" y="909703"/>
              <a:ext cx="4372804" cy="0"/>
            </a:xfrm>
            <a:prstGeom prst="line">
              <a:avLst/>
            </a:prstGeom>
            <a:ln w="12700">
              <a:solidFill>
                <a:srgbClr val="132E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/>
          <p:cNvSpPr txBox="1"/>
          <p:nvPr/>
        </p:nvSpPr>
        <p:spPr>
          <a:xfrm>
            <a:off x="794385" y="883285"/>
            <a:ext cx="9751695" cy="4859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/>
          </a:p>
          <a:p>
            <a:r>
              <a:rPr lang="en-US" altLang="zh-CN"/>
              <a:t>git</a:t>
            </a:r>
            <a:r>
              <a:rPr lang="zh-CN" altLang="en-US"/>
              <a:t>地址：http://192.9.169.184:3030/</a:t>
            </a:r>
            <a:r>
              <a:rPr lang="en-US" altLang="zh-CN"/>
              <a:t> 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每人建一个账号</a:t>
            </a:r>
            <a:r>
              <a:rPr lang="en-US" altLang="zh-CN"/>
              <a:t> </a:t>
            </a:r>
            <a:r>
              <a:rPr lang="zh-CN" altLang="en-US"/>
              <a:t>用户名用名字的拼音</a:t>
            </a:r>
            <a:r>
              <a:rPr lang="en-US" altLang="zh-CN"/>
              <a:t>   </a:t>
            </a:r>
            <a:r>
              <a:rPr lang="zh-CN" altLang="en-US"/>
              <a:t>账号加到设计文档里，方便加入组织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项目经理在组织内建项目仓库，组内成员把项目克隆本地参与开发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项目资料地址：http://192.9.169.184:3030/zhangqiang/data.git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命令行执行</a:t>
            </a:r>
            <a:r>
              <a:rPr lang="en-US" altLang="zh-CN"/>
              <a:t> git clone </a:t>
            </a:r>
            <a:r>
              <a:rPr lang="zh-CN" altLang="en-US">
                <a:sym typeface="+mn-ea"/>
              </a:rPr>
              <a:t>http://192.9.169.184:3030/zhangqiang/data.git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下载资料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vue </a:t>
            </a:r>
            <a:r>
              <a:rPr lang="en-US">
                <a:sym typeface="+mn-ea"/>
              </a:rPr>
              <a:t>api  https://cn.vuejs.org/guide/quick-start</a:t>
            </a:r>
            <a:endParaRPr lang="en-US">
              <a:sym typeface="+mn-ea"/>
            </a:endParaRPr>
          </a:p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randomBar dir="vert"/>
      </p:transition>
    </mc:Choice>
    <mc:Fallback>
      <p:transition spd="slow">
        <p:randomBa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67000">
              <a:srgbClr val="F0F1F3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143922" y="223584"/>
            <a:ext cx="11887200" cy="307340"/>
            <a:chOff x="143922" y="776034"/>
            <a:chExt cx="11887200" cy="307340"/>
          </a:xfrm>
        </p:grpSpPr>
        <p:sp>
          <p:nvSpPr>
            <p:cNvPr id="19" name="MH_Entry_1"/>
            <p:cNvSpPr/>
            <p:nvPr>
              <p:custDataLst>
                <p:tags r:id="rId1"/>
              </p:custDataLst>
            </p:nvPr>
          </p:nvSpPr>
          <p:spPr>
            <a:xfrm>
              <a:off x="4539167" y="776034"/>
              <a:ext cx="2751619" cy="307340"/>
            </a:xfrm>
            <a:custGeom>
              <a:avLst/>
              <a:gdLst>
                <a:gd name="connsiteX0" fmla="*/ 0 w 2520280"/>
                <a:gd name="connsiteY0" fmla="*/ 1584176 h 1872208"/>
                <a:gd name="connsiteX1" fmla="*/ 2520280 w 2520280"/>
                <a:gd name="connsiteY1" fmla="*/ 1584176 h 1872208"/>
                <a:gd name="connsiteX2" fmla="*/ 2520280 w 2520280"/>
                <a:gd name="connsiteY2" fmla="*/ 1872208 h 1872208"/>
                <a:gd name="connsiteX3" fmla="*/ 0 w 2520280"/>
                <a:gd name="connsiteY3" fmla="*/ 1872208 h 1872208"/>
                <a:gd name="connsiteX4" fmla="*/ 0 w 2520280"/>
                <a:gd name="connsiteY4" fmla="*/ 1584176 h 1872208"/>
                <a:gd name="connsiteX5" fmla="*/ 0 w 2520280"/>
                <a:gd name="connsiteY5" fmla="*/ 0 h 1872208"/>
                <a:gd name="connsiteX6" fmla="*/ 2520280 w 2520280"/>
                <a:gd name="connsiteY6" fmla="*/ 0 h 1872208"/>
                <a:gd name="connsiteX7" fmla="*/ 2520280 w 2520280"/>
                <a:gd name="connsiteY7" fmla="*/ 288032 h 1872208"/>
                <a:gd name="connsiteX8" fmla="*/ 0 w 2520280"/>
                <a:gd name="connsiteY8" fmla="*/ 0 h 1872208"/>
                <a:gd name="connsiteX0-1" fmla="*/ 0 w 2520280"/>
                <a:gd name="connsiteY0-2" fmla="*/ 1584176 h 1872208"/>
                <a:gd name="connsiteX1-3" fmla="*/ 2520280 w 2520280"/>
                <a:gd name="connsiteY1-4" fmla="*/ 1584176 h 1872208"/>
                <a:gd name="connsiteX2-5" fmla="*/ 2520280 w 2520280"/>
                <a:gd name="connsiteY2-6" fmla="*/ 1872208 h 1872208"/>
                <a:gd name="connsiteX3-7" fmla="*/ 0 w 2520280"/>
                <a:gd name="connsiteY3-8" fmla="*/ 1872208 h 1872208"/>
                <a:gd name="connsiteX4-9" fmla="*/ 0 w 2520280"/>
                <a:gd name="connsiteY4-10" fmla="*/ 1584176 h 1872208"/>
                <a:gd name="connsiteX5-11" fmla="*/ 0 w 2520280"/>
                <a:gd name="connsiteY5-12" fmla="*/ 0 h 1872208"/>
                <a:gd name="connsiteX6-13" fmla="*/ 2520280 w 2520280"/>
                <a:gd name="connsiteY6-14" fmla="*/ 0 h 1872208"/>
                <a:gd name="connsiteX7-15" fmla="*/ 0 w 2520280"/>
                <a:gd name="connsiteY7-16" fmla="*/ 0 h 1872208"/>
                <a:gd name="connsiteX0-17" fmla="*/ 0 w 2520280"/>
                <a:gd name="connsiteY0-18" fmla="*/ 1872208 h 1872208"/>
                <a:gd name="connsiteX1-19" fmla="*/ 2520280 w 2520280"/>
                <a:gd name="connsiteY1-20" fmla="*/ 1584176 h 1872208"/>
                <a:gd name="connsiteX2-21" fmla="*/ 2520280 w 2520280"/>
                <a:gd name="connsiteY2-22" fmla="*/ 1872208 h 1872208"/>
                <a:gd name="connsiteX3-23" fmla="*/ 0 w 2520280"/>
                <a:gd name="connsiteY3-24" fmla="*/ 1872208 h 1872208"/>
                <a:gd name="connsiteX4-25" fmla="*/ 0 w 2520280"/>
                <a:gd name="connsiteY4-26" fmla="*/ 0 h 1872208"/>
                <a:gd name="connsiteX5-27" fmla="*/ 2520280 w 2520280"/>
                <a:gd name="connsiteY5-28" fmla="*/ 0 h 1872208"/>
                <a:gd name="connsiteX6-29" fmla="*/ 0 w 2520280"/>
                <a:gd name="connsiteY6-30" fmla="*/ 0 h 1872208"/>
                <a:gd name="connsiteX0-31" fmla="*/ 0 w 2520280"/>
                <a:gd name="connsiteY0-32" fmla="*/ 1872208 h 1872208"/>
                <a:gd name="connsiteX1-33" fmla="*/ 2520280 w 2520280"/>
                <a:gd name="connsiteY1-34" fmla="*/ 1872208 h 1872208"/>
                <a:gd name="connsiteX2-35" fmla="*/ 0 w 2520280"/>
                <a:gd name="connsiteY2-36" fmla="*/ 1872208 h 1872208"/>
                <a:gd name="connsiteX3-37" fmla="*/ 0 w 2520280"/>
                <a:gd name="connsiteY3-38" fmla="*/ 0 h 1872208"/>
                <a:gd name="connsiteX4-39" fmla="*/ 2520280 w 2520280"/>
                <a:gd name="connsiteY4-40" fmla="*/ 0 h 1872208"/>
                <a:gd name="connsiteX5-41" fmla="*/ 0 w 2520280"/>
                <a:gd name="connsiteY5-42" fmla="*/ 0 h 1872208"/>
                <a:gd name="connsiteX0-43" fmla="*/ 0 w 2520280"/>
                <a:gd name="connsiteY0-44" fmla="*/ 1872208 h 1872208"/>
                <a:gd name="connsiteX1-45" fmla="*/ 2520280 w 2520280"/>
                <a:gd name="connsiteY1-46" fmla="*/ 1872208 h 1872208"/>
                <a:gd name="connsiteX2-47" fmla="*/ 0 w 2520280"/>
                <a:gd name="connsiteY2-48" fmla="*/ 1872208 h 1872208"/>
                <a:gd name="connsiteX3-49" fmla="*/ 0 w 2520280"/>
                <a:gd name="connsiteY3-50" fmla="*/ 0 h 1872208"/>
                <a:gd name="connsiteX4-51" fmla="*/ 34255 w 2520280"/>
                <a:gd name="connsiteY4-52" fmla="*/ 0 h 1872208"/>
                <a:gd name="connsiteX5-53" fmla="*/ 0 w 2520280"/>
                <a:gd name="connsiteY5-54" fmla="*/ 0 h 1872208"/>
                <a:gd name="connsiteX0-55" fmla="*/ 0 w 2520280"/>
                <a:gd name="connsiteY0-56" fmla="*/ 1872208 h 1872208"/>
                <a:gd name="connsiteX1-57" fmla="*/ 2520280 w 2520280"/>
                <a:gd name="connsiteY1-58" fmla="*/ 1872208 h 1872208"/>
                <a:gd name="connsiteX2-59" fmla="*/ 0 w 2520280"/>
                <a:gd name="connsiteY2-60" fmla="*/ 1872208 h 1872208"/>
                <a:gd name="connsiteX3-61" fmla="*/ 0 w 2520280"/>
                <a:gd name="connsiteY3-62" fmla="*/ 0 h 1872208"/>
                <a:gd name="connsiteX4-63" fmla="*/ 917 w 2520280"/>
                <a:gd name="connsiteY4-64" fmla="*/ 6036 h 1872208"/>
                <a:gd name="connsiteX5-65" fmla="*/ 0 w 2520280"/>
                <a:gd name="connsiteY5-66" fmla="*/ 0 h 1872208"/>
                <a:gd name="connsiteX0-67" fmla="*/ 0 w 2520280"/>
                <a:gd name="connsiteY0-68" fmla="*/ 1890314 h 1890314"/>
                <a:gd name="connsiteX1-69" fmla="*/ 2520280 w 2520280"/>
                <a:gd name="connsiteY1-70" fmla="*/ 1890314 h 1890314"/>
                <a:gd name="connsiteX2-71" fmla="*/ 0 w 2520280"/>
                <a:gd name="connsiteY2-72" fmla="*/ 1890314 h 1890314"/>
                <a:gd name="connsiteX3-73" fmla="*/ 0 w 2520280"/>
                <a:gd name="connsiteY3-74" fmla="*/ 18106 h 1890314"/>
                <a:gd name="connsiteX4-75" fmla="*/ 53304 w 2520280"/>
                <a:gd name="connsiteY4-76" fmla="*/ 0 h 1890314"/>
                <a:gd name="connsiteX5-77" fmla="*/ 0 w 2520280"/>
                <a:gd name="connsiteY5-78" fmla="*/ 18106 h 1890314"/>
                <a:gd name="connsiteX0-79" fmla="*/ 0 w 2520280"/>
                <a:gd name="connsiteY0-80" fmla="*/ 1872208 h 1872208"/>
                <a:gd name="connsiteX1-81" fmla="*/ 2520280 w 2520280"/>
                <a:gd name="connsiteY1-82" fmla="*/ 1872208 h 1872208"/>
                <a:gd name="connsiteX2-83" fmla="*/ 0 w 2520280"/>
                <a:gd name="connsiteY2-84" fmla="*/ 1872208 h 1872208"/>
                <a:gd name="connsiteX3-85" fmla="*/ 0 w 2520280"/>
                <a:gd name="connsiteY3-86" fmla="*/ 0 h 1872208"/>
                <a:gd name="connsiteX4-87" fmla="*/ 916 w 2520280"/>
                <a:gd name="connsiteY4-88" fmla="*/ 0 h 1872208"/>
                <a:gd name="connsiteX5-89" fmla="*/ 0 w 2520280"/>
                <a:gd name="connsiteY5-90" fmla="*/ 0 h 187220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2520280" h="1872208">
                  <a:moveTo>
                    <a:pt x="0" y="1872208"/>
                  </a:moveTo>
                  <a:lnTo>
                    <a:pt x="2520280" y="1872208"/>
                  </a:lnTo>
                  <a:lnTo>
                    <a:pt x="0" y="1872208"/>
                  </a:lnTo>
                  <a:close/>
                  <a:moveTo>
                    <a:pt x="0" y="0"/>
                  </a:moveTo>
                  <a:lnTo>
                    <a:pt x="91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sq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spAutoFit/>
            </a:bodyPr>
            <a:lstStyle/>
            <a:p>
              <a:pPr algn="dist" defTabSz="1146175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sz="2000" b="1" dirty="0">
                  <a:solidFill>
                    <a:srgbClr val="132E4A"/>
                  </a:solidFill>
                  <a:latin typeface="等线 Light" panose="02010600030101010101" pitchFamily="2" charset="-122"/>
                  <a:ea typeface="等线 Light" panose="02010600030101010101" pitchFamily="2" charset="-122"/>
                  <a:sym typeface="iekie-Weilaiti" panose="02010601030101010101" pitchFamily="2" charset="-128"/>
                </a:rPr>
                <a:t>合作开发</a:t>
              </a:r>
              <a:endParaRPr lang="zh-CN" sz="2000" b="1" dirty="0">
                <a:solidFill>
                  <a:srgbClr val="132E4A"/>
                </a:solidFill>
                <a:latin typeface="等线 Light" panose="02010600030101010101" pitchFamily="2" charset="-122"/>
                <a:ea typeface="等线 Light" panose="02010600030101010101" pitchFamily="2" charset="-122"/>
                <a:sym typeface="iekie-Weilaiti" panose="02010601030101010101" pitchFamily="2" charset="-128"/>
              </a:endParaRPr>
            </a:p>
          </p:txBody>
        </p:sp>
        <p:cxnSp>
          <p:nvCxnSpPr>
            <p:cNvPr id="20" name="直接连接符 3"/>
            <p:cNvCxnSpPr/>
            <p:nvPr/>
          </p:nvCxnSpPr>
          <p:spPr>
            <a:xfrm>
              <a:off x="143922" y="926390"/>
              <a:ext cx="4097867" cy="0"/>
            </a:xfrm>
            <a:prstGeom prst="line">
              <a:avLst/>
            </a:prstGeom>
            <a:ln w="12700">
              <a:solidFill>
                <a:srgbClr val="132E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4"/>
            <p:cNvCxnSpPr/>
            <p:nvPr/>
          </p:nvCxnSpPr>
          <p:spPr>
            <a:xfrm>
              <a:off x="7658318" y="909703"/>
              <a:ext cx="4372804" cy="0"/>
            </a:xfrm>
            <a:prstGeom prst="line">
              <a:avLst/>
            </a:prstGeom>
            <a:ln w="12700">
              <a:solidFill>
                <a:srgbClr val="132E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55650" y="809625"/>
            <a:ext cx="3486150" cy="18478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165" y="809625"/>
            <a:ext cx="5078730" cy="58108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randomBar dir="vert"/>
      </p:transition>
    </mc:Choice>
    <mc:Fallback>
      <p:transition spd="slow">
        <p:randomBa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67000">
              <a:srgbClr val="F0F1F3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143922" y="223584"/>
            <a:ext cx="11887200" cy="307340"/>
            <a:chOff x="143922" y="776034"/>
            <a:chExt cx="11887200" cy="307340"/>
          </a:xfrm>
        </p:grpSpPr>
        <p:sp>
          <p:nvSpPr>
            <p:cNvPr id="19" name="MH_Entry_1"/>
            <p:cNvSpPr/>
            <p:nvPr>
              <p:custDataLst>
                <p:tags r:id="rId1"/>
              </p:custDataLst>
            </p:nvPr>
          </p:nvSpPr>
          <p:spPr>
            <a:xfrm>
              <a:off x="4539167" y="776034"/>
              <a:ext cx="2751619" cy="307340"/>
            </a:xfrm>
            <a:custGeom>
              <a:avLst/>
              <a:gdLst>
                <a:gd name="connsiteX0" fmla="*/ 0 w 2520280"/>
                <a:gd name="connsiteY0" fmla="*/ 1584176 h 1872208"/>
                <a:gd name="connsiteX1" fmla="*/ 2520280 w 2520280"/>
                <a:gd name="connsiteY1" fmla="*/ 1584176 h 1872208"/>
                <a:gd name="connsiteX2" fmla="*/ 2520280 w 2520280"/>
                <a:gd name="connsiteY2" fmla="*/ 1872208 h 1872208"/>
                <a:gd name="connsiteX3" fmla="*/ 0 w 2520280"/>
                <a:gd name="connsiteY3" fmla="*/ 1872208 h 1872208"/>
                <a:gd name="connsiteX4" fmla="*/ 0 w 2520280"/>
                <a:gd name="connsiteY4" fmla="*/ 1584176 h 1872208"/>
                <a:gd name="connsiteX5" fmla="*/ 0 w 2520280"/>
                <a:gd name="connsiteY5" fmla="*/ 0 h 1872208"/>
                <a:gd name="connsiteX6" fmla="*/ 2520280 w 2520280"/>
                <a:gd name="connsiteY6" fmla="*/ 0 h 1872208"/>
                <a:gd name="connsiteX7" fmla="*/ 2520280 w 2520280"/>
                <a:gd name="connsiteY7" fmla="*/ 288032 h 1872208"/>
                <a:gd name="connsiteX8" fmla="*/ 0 w 2520280"/>
                <a:gd name="connsiteY8" fmla="*/ 0 h 1872208"/>
                <a:gd name="connsiteX0-1" fmla="*/ 0 w 2520280"/>
                <a:gd name="connsiteY0-2" fmla="*/ 1584176 h 1872208"/>
                <a:gd name="connsiteX1-3" fmla="*/ 2520280 w 2520280"/>
                <a:gd name="connsiteY1-4" fmla="*/ 1584176 h 1872208"/>
                <a:gd name="connsiteX2-5" fmla="*/ 2520280 w 2520280"/>
                <a:gd name="connsiteY2-6" fmla="*/ 1872208 h 1872208"/>
                <a:gd name="connsiteX3-7" fmla="*/ 0 w 2520280"/>
                <a:gd name="connsiteY3-8" fmla="*/ 1872208 h 1872208"/>
                <a:gd name="connsiteX4-9" fmla="*/ 0 w 2520280"/>
                <a:gd name="connsiteY4-10" fmla="*/ 1584176 h 1872208"/>
                <a:gd name="connsiteX5-11" fmla="*/ 0 w 2520280"/>
                <a:gd name="connsiteY5-12" fmla="*/ 0 h 1872208"/>
                <a:gd name="connsiteX6-13" fmla="*/ 2520280 w 2520280"/>
                <a:gd name="connsiteY6-14" fmla="*/ 0 h 1872208"/>
                <a:gd name="connsiteX7-15" fmla="*/ 0 w 2520280"/>
                <a:gd name="connsiteY7-16" fmla="*/ 0 h 1872208"/>
                <a:gd name="connsiteX0-17" fmla="*/ 0 w 2520280"/>
                <a:gd name="connsiteY0-18" fmla="*/ 1872208 h 1872208"/>
                <a:gd name="connsiteX1-19" fmla="*/ 2520280 w 2520280"/>
                <a:gd name="connsiteY1-20" fmla="*/ 1584176 h 1872208"/>
                <a:gd name="connsiteX2-21" fmla="*/ 2520280 w 2520280"/>
                <a:gd name="connsiteY2-22" fmla="*/ 1872208 h 1872208"/>
                <a:gd name="connsiteX3-23" fmla="*/ 0 w 2520280"/>
                <a:gd name="connsiteY3-24" fmla="*/ 1872208 h 1872208"/>
                <a:gd name="connsiteX4-25" fmla="*/ 0 w 2520280"/>
                <a:gd name="connsiteY4-26" fmla="*/ 0 h 1872208"/>
                <a:gd name="connsiteX5-27" fmla="*/ 2520280 w 2520280"/>
                <a:gd name="connsiteY5-28" fmla="*/ 0 h 1872208"/>
                <a:gd name="connsiteX6-29" fmla="*/ 0 w 2520280"/>
                <a:gd name="connsiteY6-30" fmla="*/ 0 h 1872208"/>
                <a:gd name="connsiteX0-31" fmla="*/ 0 w 2520280"/>
                <a:gd name="connsiteY0-32" fmla="*/ 1872208 h 1872208"/>
                <a:gd name="connsiteX1-33" fmla="*/ 2520280 w 2520280"/>
                <a:gd name="connsiteY1-34" fmla="*/ 1872208 h 1872208"/>
                <a:gd name="connsiteX2-35" fmla="*/ 0 w 2520280"/>
                <a:gd name="connsiteY2-36" fmla="*/ 1872208 h 1872208"/>
                <a:gd name="connsiteX3-37" fmla="*/ 0 w 2520280"/>
                <a:gd name="connsiteY3-38" fmla="*/ 0 h 1872208"/>
                <a:gd name="connsiteX4-39" fmla="*/ 2520280 w 2520280"/>
                <a:gd name="connsiteY4-40" fmla="*/ 0 h 1872208"/>
                <a:gd name="connsiteX5-41" fmla="*/ 0 w 2520280"/>
                <a:gd name="connsiteY5-42" fmla="*/ 0 h 1872208"/>
                <a:gd name="connsiteX0-43" fmla="*/ 0 w 2520280"/>
                <a:gd name="connsiteY0-44" fmla="*/ 1872208 h 1872208"/>
                <a:gd name="connsiteX1-45" fmla="*/ 2520280 w 2520280"/>
                <a:gd name="connsiteY1-46" fmla="*/ 1872208 h 1872208"/>
                <a:gd name="connsiteX2-47" fmla="*/ 0 w 2520280"/>
                <a:gd name="connsiteY2-48" fmla="*/ 1872208 h 1872208"/>
                <a:gd name="connsiteX3-49" fmla="*/ 0 w 2520280"/>
                <a:gd name="connsiteY3-50" fmla="*/ 0 h 1872208"/>
                <a:gd name="connsiteX4-51" fmla="*/ 34255 w 2520280"/>
                <a:gd name="connsiteY4-52" fmla="*/ 0 h 1872208"/>
                <a:gd name="connsiteX5-53" fmla="*/ 0 w 2520280"/>
                <a:gd name="connsiteY5-54" fmla="*/ 0 h 1872208"/>
                <a:gd name="connsiteX0-55" fmla="*/ 0 w 2520280"/>
                <a:gd name="connsiteY0-56" fmla="*/ 1872208 h 1872208"/>
                <a:gd name="connsiteX1-57" fmla="*/ 2520280 w 2520280"/>
                <a:gd name="connsiteY1-58" fmla="*/ 1872208 h 1872208"/>
                <a:gd name="connsiteX2-59" fmla="*/ 0 w 2520280"/>
                <a:gd name="connsiteY2-60" fmla="*/ 1872208 h 1872208"/>
                <a:gd name="connsiteX3-61" fmla="*/ 0 w 2520280"/>
                <a:gd name="connsiteY3-62" fmla="*/ 0 h 1872208"/>
                <a:gd name="connsiteX4-63" fmla="*/ 917 w 2520280"/>
                <a:gd name="connsiteY4-64" fmla="*/ 6036 h 1872208"/>
                <a:gd name="connsiteX5-65" fmla="*/ 0 w 2520280"/>
                <a:gd name="connsiteY5-66" fmla="*/ 0 h 1872208"/>
                <a:gd name="connsiteX0-67" fmla="*/ 0 w 2520280"/>
                <a:gd name="connsiteY0-68" fmla="*/ 1890314 h 1890314"/>
                <a:gd name="connsiteX1-69" fmla="*/ 2520280 w 2520280"/>
                <a:gd name="connsiteY1-70" fmla="*/ 1890314 h 1890314"/>
                <a:gd name="connsiteX2-71" fmla="*/ 0 w 2520280"/>
                <a:gd name="connsiteY2-72" fmla="*/ 1890314 h 1890314"/>
                <a:gd name="connsiteX3-73" fmla="*/ 0 w 2520280"/>
                <a:gd name="connsiteY3-74" fmla="*/ 18106 h 1890314"/>
                <a:gd name="connsiteX4-75" fmla="*/ 53304 w 2520280"/>
                <a:gd name="connsiteY4-76" fmla="*/ 0 h 1890314"/>
                <a:gd name="connsiteX5-77" fmla="*/ 0 w 2520280"/>
                <a:gd name="connsiteY5-78" fmla="*/ 18106 h 1890314"/>
                <a:gd name="connsiteX0-79" fmla="*/ 0 w 2520280"/>
                <a:gd name="connsiteY0-80" fmla="*/ 1872208 h 1872208"/>
                <a:gd name="connsiteX1-81" fmla="*/ 2520280 w 2520280"/>
                <a:gd name="connsiteY1-82" fmla="*/ 1872208 h 1872208"/>
                <a:gd name="connsiteX2-83" fmla="*/ 0 w 2520280"/>
                <a:gd name="connsiteY2-84" fmla="*/ 1872208 h 1872208"/>
                <a:gd name="connsiteX3-85" fmla="*/ 0 w 2520280"/>
                <a:gd name="connsiteY3-86" fmla="*/ 0 h 1872208"/>
                <a:gd name="connsiteX4-87" fmla="*/ 916 w 2520280"/>
                <a:gd name="connsiteY4-88" fmla="*/ 0 h 1872208"/>
                <a:gd name="connsiteX5-89" fmla="*/ 0 w 2520280"/>
                <a:gd name="connsiteY5-90" fmla="*/ 0 h 187220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2520280" h="1872208">
                  <a:moveTo>
                    <a:pt x="0" y="1872208"/>
                  </a:moveTo>
                  <a:lnTo>
                    <a:pt x="2520280" y="1872208"/>
                  </a:lnTo>
                  <a:lnTo>
                    <a:pt x="0" y="1872208"/>
                  </a:lnTo>
                  <a:close/>
                  <a:moveTo>
                    <a:pt x="0" y="0"/>
                  </a:moveTo>
                  <a:lnTo>
                    <a:pt x="91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sq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spAutoFit/>
            </a:bodyPr>
            <a:lstStyle/>
            <a:p>
              <a:pPr algn="dist" defTabSz="1146175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sz="2000" b="1" dirty="0">
                  <a:solidFill>
                    <a:srgbClr val="132E4A"/>
                  </a:solidFill>
                  <a:latin typeface="等线 Light" panose="02010600030101010101" pitchFamily="2" charset="-122"/>
                  <a:ea typeface="等线 Light" panose="02010600030101010101" pitchFamily="2" charset="-122"/>
                  <a:sym typeface="iekie-Weilaiti" panose="02010601030101010101" pitchFamily="2" charset="-128"/>
                </a:rPr>
                <a:t>合作开发</a:t>
              </a:r>
              <a:endParaRPr lang="zh-CN" sz="2000" b="1" dirty="0">
                <a:solidFill>
                  <a:srgbClr val="132E4A"/>
                </a:solidFill>
                <a:latin typeface="等线 Light" panose="02010600030101010101" pitchFamily="2" charset="-122"/>
                <a:ea typeface="等线 Light" panose="02010600030101010101" pitchFamily="2" charset="-122"/>
                <a:sym typeface="iekie-Weilaiti" panose="02010601030101010101" pitchFamily="2" charset="-128"/>
              </a:endParaRPr>
            </a:p>
          </p:txBody>
        </p:sp>
        <p:cxnSp>
          <p:nvCxnSpPr>
            <p:cNvPr id="20" name="直接连接符 3"/>
            <p:cNvCxnSpPr/>
            <p:nvPr/>
          </p:nvCxnSpPr>
          <p:spPr>
            <a:xfrm>
              <a:off x="143922" y="926390"/>
              <a:ext cx="4097867" cy="0"/>
            </a:xfrm>
            <a:prstGeom prst="line">
              <a:avLst/>
            </a:prstGeom>
            <a:ln w="12700">
              <a:solidFill>
                <a:srgbClr val="132E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4"/>
            <p:cNvCxnSpPr/>
            <p:nvPr/>
          </p:nvCxnSpPr>
          <p:spPr>
            <a:xfrm>
              <a:off x="7658318" y="909703"/>
              <a:ext cx="4372804" cy="0"/>
            </a:xfrm>
            <a:prstGeom prst="line">
              <a:avLst/>
            </a:prstGeom>
            <a:ln w="12700">
              <a:solidFill>
                <a:srgbClr val="132E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04850" y="763905"/>
            <a:ext cx="10420350" cy="5000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randomBar dir="vert"/>
      </p:transition>
    </mc:Choice>
    <mc:Fallback>
      <p:transition spd="slow">
        <p:randomBa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67000">
              <a:srgbClr val="F0F1F3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143922" y="223584"/>
            <a:ext cx="11887200" cy="307340"/>
            <a:chOff x="143922" y="776034"/>
            <a:chExt cx="11887200" cy="307340"/>
          </a:xfrm>
        </p:grpSpPr>
        <p:sp>
          <p:nvSpPr>
            <p:cNvPr id="19" name="MH_Entry_1"/>
            <p:cNvSpPr/>
            <p:nvPr>
              <p:custDataLst>
                <p:tags r:id="rId1"/>
              </p:custDataLst>
            </p:nvPr>
          </p:nvSpPr>
          <p:spPr>
            <a:xfrm>
              <a:off x="4539167" y="776034"/>
              <a:ext cx="2751619" cy="307340"/>
            </a:xfrm>
            <a:custGeom>
              <a:avLst/>
              <a:gdLst>
                <a:gd name="connsiteX0" fmla="*/ 0 w 2520280"/>
                <a:gd name="connsiteY0" fmla="*/ 1584176 h 1872208"/>
                <a:gd name="connsiteX1" fmla="*/ 2520280 w 2520280"/>
                <a:gd name="connsiteY1" fmla="*/ 1584176 h 1872208"/>
                <a:gd name="connsiteX2" fmla="*/ 2520280 w 2520280"/>
                <a:gd name="connsiteY2" fmla="*/ 1872208 h 1872208"/>
                <a:gd name="connsiteX3" fmla="*/ 0 w 2520280"/>
                <a:gd name="connsiteY3" fmla="*/ 1872208 h 1872208"/>
                <a:gd name="connsiteX4" fmla="*/ 0 w 2520280"/>
                <a:gd name="connsiteY4" fmla="*/ 1584176 h 1872208"/>
                <a:gd name="connsiteX5" fmla="*/ 0 w 2520280"/>
                <a:gd name="connsiteY5" fmla="*/ 0 h 1872208"/>
                <a:gd name="connsiteX6" fmla="*/ 2520280 w 2520280"/>
                <a:gd name="connsiteY6" fmla="*/ 0 h 1872208"/>
                <a:gd name="connsiteX7" fmla="*/ 2520280 w 2520280"/>
                <a:gd name="connsiteY7" fmla="*/ 288032 h 1872208"/>
                <a:gd name="connsiteX8" fmla="*/ 0 w 2520280"/>
                <a:gd name="connsiteY8" fmla="*/ 0 h 1872208"/>
                <a:gd name="connsiteX0-1" fmla="*/ 0 w 2520280"/>
                <a:gd name="connsiteY0-2" fmla="*/ 1584176 h 1872208"/>
                <a:gd name="connsiteX1-3" fmla="*/ 2520280 w 2520280"/>
                <a:gd name="connsiteY1-4" fmla="*/ 1584176 h 1872208"/>
                <a:gd name="connsiteX2-5" fmla="*/ 2520280 w 2520280"/>
                <a:gd name="connsiteY2-6" fmla="*/ 1872208 h 1872208"/>
                <a:gd name="connsiteX3-7" fmla="*/ 0 w 2520280"/>
                <a:gd name="connsiteY3-8" fmla="*/ 1872208 h 1872208"/>
                <a:gd name="connsiteX4-9" fmla="*/ 0 w 2520280"/>
                <a:gd name="connsiteY4-10" fmla="*/ 1584176 h 1872208"/>
                <a:gd name="connsiteX5-11" fmla="*/ 0 w 2520280"/>
                <a:gd name="connsiteY5-12" fmla="*/ 0 h 1872208"/>
                <a:gd name="connsiteX6-13" fmla="*/ 2520280 w 2520280"/>
                <a:gd name="connsiteY6-14" fmla="*/ 0 h 1872208"/>
                <a:gd name="connsiteX7-15" fmla="*/ 0 w 2520280"/>
                <a:gd name="connsiteY7-16" fmla="*/ 0 h 1872208"/>
                <a:gd name="connsiteX0-17" fmla="*/ 0 w 2520280"/>
                <a:gd name="connsiteY0-18" fmla="*/ 1872208 h 1872208"/>
                <a:gd name="connsiteX1-19" fmla="*/ 2520280 w 2520280"/>
                <a:gd name="connsiteY1-20" fmla="*/ 1584176 h 1872208"/>
                <a:gd name="connsiteX2-21" fmla="*/ 2520280 w 2520280"/>
                <a:gd name="connsiteY2-22" fmla="*/ 1872208 h 1872208"/>
                <a:gd name="connsiteX3-23" fmla="*/ 0 w 2520280"/>
                <a:gd name="connsiteY3-24" fmla="*/ 1872208 h 1872208"/>
                <a:gd name="connsiteX4-25" fmla="*/ 0 w 2520280"/>
                <a:gd name="connsiteY4-26" fmla="*/ 0 h 1872208"/>
                <a:gd name="connsiteX5-27" fmla="*/ 2520280 w 2520280"/>
                <a:gd name="connsiteY5-28" fmla="*/ 0 h 1872208"/>
                <a:gd name="connsiteX6-29" fmla="*/ 0 w 2520280"/>
                <a:gd name="connsiteY6-30" fmla="*/ 0 h 1872208"/>
                <a:gd name="connsiteX0-31" fmla="*/ 0 w 2520280"/>
                <a:gd name="connsiteY0-32" fmla="*/ 1872208 h 1872208"/>
                <a:gd name="connsiteX1-33" fmla="*/ 2520280 w 2520280"/>
                <a:gd name="connsiteY1-34" fmla="*/ 1872208 h 1872208"/>
                <a:gd name="connsiteX2-35" fmla="*/ 0 w 2520280"/>
                <a:gd name="connsiteY2-36" fmla="*/ 1872208 h 1872208"/>
                <a:gd name="connsiteX3-37" fmla="*/ 0 w 2520280"/>
                <a:gd name="connsiteY3-38" fmla="*/ 0 h 1872208"/>
                <a:gd name="connsiteX4-39" fmla="*/ 2520280 w 2520280"/>
                <a:gd name="connsiteY4-40" fmla="*/ 0 h 1872208"/>
                <a:gd name="connsiteX5-41" fmla="*/ 0 w 2520280"/>
                <a:gd name="connsiteY5-42" fmla="*/ 0 h 1872208"/>
                <a:gd name="connsiteX0-43" fmla="*/ 0 w 2520280"/>
                <a:gd name="connsiteY0-44" fmla="*/ 1872208 h 1872208"/>
                <a:gd name="connsiteX1-45" fmla="*/ 2520280 w 2520280"/>
                <a:gd name="connsiteY1-46" fmla="*/ 1872208 h 1872208"/>
                <a:gd name="connsiteX2-47" fmla="*/ 0 w 2520280"/>
                <a:gd name="connsiteY2-48" fmla="*/ 1872208 h 1872208"/>
                <a:gd name="connsiteX3-49" fmla="*/ 0 w 2520280"/>
                <a:gd name="connsiteY3-50" fmla="*/ 0 h 1872208"/>
                <a:gd name="connsiteX4-51" fmla="*/ 34255 w 2520280"/>
                <a:gd name="connsiteY4-52" fmla="*/ 0 h 1872208"/>
                <a:gd name="connsiteX5-53" fmla="*/ 0 w 2520280"/>
                <a:gd name="connsiteY5-54" fmla="*/ 0 h 1872208"/>
                <a:gd name="connsiteX0-55" fmla="*/ 0 w 2520280"/>
                <a:gd name="connsiteY0-56" fmla="*/ 1872208 h 1872208"/>
                <a:gd name="connsiteX1-57" fmla="*/ 2520280 w 2520280"/>
                <a:gd name="connsiteY1-58" fmla="*/ 1872208 h 1872208"/>
                <a:gd name="connsiteX2-59" fmla="*/ 0 w 2520280"/>
                <a:gd name="connsiteY2-60" fmla="*/ 1872208 h 1872208"/>
                <a:gd name="connsiteX3-61" fmla="*/ 0 w 2520280"/>
                <a:gd name="connsiteY3-62" fmla="*/ 0 h 1872208"/>
                <a:gd name="connsiteX4-63" fmla="*/ 917 w 2520280"/>
                <a:gd name="connsiteY4-64" fmla="*/ 6036 h 1872208"/>
                <a:gd name="connsiteX5-65" fmla="*/ 0 w 2520280"/>
                <a:gd name="connsiteY5-66" fmla="*/ 0 h 1872208"/>
                <a:gd name="connsiteX0-67" fmla="*/ 0 w 2520280"/>
                <a:gd name="connsiteY0-68" fmla="*/ 1890314 h 1890314"/>
                <a:gd name="connsiteX1-69" fmla="*/ 2520280 w 2520280"/>
                <a:gd name="connsiteY1-70" fmla="*/ 1890314 h 1890314"/>
                <a:gd name="connsiteX2-71" fmla="*/ 0 w 2520280"/>
                <a:gd name="connsiteY2-72" fmla="*/ 1890314 h 1890314"/>
                <a:gd name="connsiteX3-73" fmla="*/ 0 w 2520280"/>
                <a:gd name="connsiteY3-74" fmla="*/ 18106 h 1890314"/>
                <a:gd name="connsiteX4-75" fmla="*/ 53304 w 2520280"/>
                <a:gd name="connsiteY4-76" fmla="*/ 0 h 1890314"/>
                <a:gd name="connsiteX5-77" fmla="*/ 0 w 2520280"/>
                <a:gd name="connsiteY5-78" fmla="*/ 18106 h 1890314"/>
                <a:gd name="connsiteX0-79" fmla="*/ 0 w 2520280"/>
                <a:gd name="connsiteY0-80" fmla="*/ 1872208 h 1872208"/>
                <a:gd name="connsiteX1-81" fmla="*/ 2520280 w 2520280"/>
                <a:gd name="connsiteY1-82" fmla="*/ 1872208 h 1872208"/>
                <a:gd name="connsiteX2-83" fmla="*/ 0 w 2520280"/>
                <a:gd name="connsiteY2-84" fmla="*/ 1872208 h 1872208"/>
                <a:gd name="connsiteX3-85" fmla="*/ 0 w 2520280"/>
                <a:gd name="connsiteY3-86" fmla="*/ 0 h 1872208"/>
                <a:gd name="connsiteX4-87" fmla="*/ 916 w 2520280"/>
                <a:gd name="connsiteY4-88" fmla="*/ 0 h 1872208"/>
                <a:gd name="connsiteX5-89" fmla="*/ 0 w 2520280"/>
                <a:gd name="connsiteY5-90" fmla="*/ 0 h 187220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2520280" h="1872208">
                  <a:moveTo>
                    <a:pt x="0" y="1872208"/>
                  </a:moveTo>
                  <a:lnTo>
                    <a:pt x="2520280" y="1872208"/>
                  </a:lnTo>
                  <a:lnTo>
                    <a:pt x="0" y="1872208"/>
                  </a:lnTo>
                  <a:close/>
                  <a:moveTo>
                    <a:pt x="0" y="0"/>
                  </a:moveTo>
                  <a:lnTo>
                    <a:pt x="91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sq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spAutoFit/>
            </a:bodyPr>
            <a:lstStyle/>
            <a:p>
              <a:pPr algn="dist" defTabSz="1146175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sz="2000" b="1" dirty="0">
                  <a:solidFill>
                    <a:srgbClr val="132E4A"/>
                  </a:solidFill>
                  <a:latin typeface="等线 Light" panose="02010600030101010101" pitchFamily="2" charset="-122"/>
                  <a:ea typeface="等线 Light" panose="02010600030101010101" pitchFamily="2" charset="-122"/>
                  <a:sym typeface="iekie-Weilaiti" panose="02010601030101010101" pitchFamily="2" charset="-128"/>
                </a:rPr>
                <a:t>合作开发</a:t>
              </a:r>
              <a:endParaRPr lang="zh-CN" sz="2000" b="1" dirty="0">
                <a:solidFill>
                  <a:srgbClr val="132E4A"/>
                </a:solidFill>
                <a:latin typeface="等线 Light" panose="02010600030101010101" pitchFamily="2" charset="-122"/>
                <a:ea typeface="等线 Light" panose="02010600030101010101" pitchFamily="2" charset="-122"/>
                <a:sym typeface="iekie-Weilaiti" panose="02010601030101010101" pitchFamily="2" charset="-128"/>
              </a:endParaRPr>
            </a:p>
          </p:txBody>
        </p:sp>
        <p:cxnSp>
          <p:nvCxnSpPr>
            <p:cNvPr id="20" name="直接连接符 3"/>
            <p:cNvCxnSpPr/>
            <p:nvPr/>
          </p:nvCxnSpPr>
          <p:spPr>
            <a:xfrm>
              <a:off x="143922" y="926390"/>
              <a:ext cx="4097867" cy="0"/>
            </a:xfrm>
            <a:prstGeom prst="line">
              <a:avLst/>
            </a:prstGeom>
            <a:ln w="12700">
              <a:solidFill>
                <a:srgbClr val="132E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4"/>
            <p:cNvCxnSpPr/>
            <p:nvPr/>
          </p:nvCxnSpPr>
          <p:spPr>
            <a:xfrm>
              <a:off x="7658318" y="909703"/>
              <a:ext cx="4372804" cy="0"/>
            </a:xfrm>
            <a:prstGeom prst="line">
              <a:avLst/>
            </a:prstGeom>
            <a:ln w="12700">
              <a:solidFill>
                <a:srgbClr val="132E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8625" y="1414145"/>
            <a:ext cx="11334750" cy="4029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randomBar dir="vert"/>
      </p:transition>
    </mc:Choice>
    <mc:Fallback>
      <p:transition spd="slow">
        <p:randomBa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67000">
              <a:srgbClr val="F0F1F3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143922" y="223584"/>
            <a:ext cx="11887200" cy="307340"/>
            <a:chOff x="143922" y="776034"/>
            <a:chExt cx="11887200" cy="307340"/>
          </a:xfrm>
        </p:grpSpPr>
        <p:sp>
          <p:nvSpPr>
            <p:cNvPr id="19" name="MH_Entry_1"/>
            <p:cNvSpPr/>
            <p:nvPr>
              <p:custDataLst>
                <p:tags r:id="rId1"/>
              </p:custDataLst>
            </p:nvPr>
          </p:nvSpPr>
          <p:spPr>
            <a:xfrm>
              <a:off x="4539167" y="776034"/>
              <a:ext cx="2751619" cy="307340"/>
            </a:xfrm>
            <a:custGeom>
              <a:avLst/>
              <a:gdLst>
                <a:gd name="connsiteX0" fmla="*/ 0 w 2520280"/>
                <a:gd name="connsiteY0" fmla="*/ 1584176 h 1872208"/>
                <a:gd name="connsiteX1" fmla="*/ 2520280 w 2520280"/>
                <a:gd name="connsiteY1" fmla="*/ 1584176 h 1872208"/>
                <a:gd name="connsiteX2" fmla="*/ 2520280 w 2520280"/>
                <a:gd name="connsiteY2" fmla="*/ 1872208 h 1872208"/>
                <a:gd name="connsiteX3" fmla="*/ 0 w 2520280"/>
                <a:gd name="connsiteY3" fmla="*/ 1872208 h 1872208"/>
                <a:gd name="connsiteX4" fmla="*/ 0 w 2520280"/>
                <a:gd name="connsiteY4" fmla="*/ 1584176 h 1872208"/>
                <a:gd name="connsiteX5" fmla="*/ 0 w 2520280"/>
                <a:gd name="connsiteY5" fmla="*/ 0 h 1872208"/>
                <a:gd name="connsiteX6" fmla="*/ 2520280 w 2520280"/>
                <a:gd name="connsiteY6" fmla="*/ 0 h 1872208"/>
                <a:gd name="connsiteX7" fmla="*/ 2520280 w 2520280"/>
                <a:gd name="connsiteY7" fmla="*/ 288032 h 1872208"/>
                <a:gd name="connsiteX8" fmla="*/ 0 w 2520280"/>
                <a:gd name="connsiteY8" fmla="*/ 0 h 1872208"/>
                <a:gd name="connsiteX0-1" fmla="*/ 0 w 2520280"/>
                <a:gd name="connsiteY0-2" fmla="*/ 1584176 h 1872208"/>
                <a:gd name="connsiteX1-3" fmla="*/ 2520280 w 2520280"/>
                <a:gd name="connsiteY1-4" fmla="*/ 1584176 h 1872208"/>
                <a:gd name="connsiteX2-5" fmla="*/ 2520280 w 2520280"/>
                <a:gd name="connsiteY2-6" fmla="*/ 1872208 h 1872208"/>
                <a:gd name="connsiteX3-7" fmla="*/ 0 w 2520280"/>
                <a:gd name="connsiteY3-8" fmla="*/ 1872208 h 1872208"/>
                <a:gd name="connsiteX4-9" fmla="*/ 0 w 2520280"/>
                <a:gd name="connsiteY4-10" fmla="*/ 1584176 h 1872208"/>
                <a:gd name="connsiteX5-11" fmla="*/ 0 w 2520280"/>
                <a:gd name="connsiteY5-12" fmla="*/ 0 h 1872208"/>
                <a:gd name="connsiteX6-13" fmla="*/ 2520280 w 2520280"/>
                <a:gd name="connsiteY6-14" fmla="*/ 0 h 1872208"/>
                <a:gd name="connsiteX7-15" fmla="*/ 0 w 2520280"/>
                <a:gd name="connsiteY7-16" fmla="*/ 0 h 1872208"/>
                <a:gd name="connsiteX0-17" fmla="*/ 0 w 2520280"/>
                <a:gd name="connsiteY0-18" fmla="*/ 1872208 h 1872208"/>
                <a:gd name="connsiteX1-19" fmla="*/ 2520280 w 2520280"/>
                <a:gd name="connsiteY1-20" fmla="*/ 1584176 h 1872208"/>
                <a:gd name="connsiteX2-21" fmla="*/ 2520280 w 2520280"/>
                <a:gd name="connsiteY2-22" fmla="*/ 1872208 h 1872208"/>
                <a:gd name="connsiteX3-23" fmla="*/ 0 w 2520280"/>
                <a:gd name="connsiteY3-24" fmla="*/ 1872208 h 1872208"/>
                <a:gd name="connsiteX4-25" fmla="*/ 0 w 2520280"/>
                <a:gd name="connsiteY4-26" fmla="*/ 0 h 1872208"/>
                <a:gd name="connsiteX5-27" fmla="*/ 2520280 w 2520280"/>
                <a:gd name="connsiteY5-28" fmla="*/ 0 h 1872208"/>
                <a:gd name="connsiteX6-29" fmla="*/ 0 w 2520280"/>
                <a:gd name="connsiteY6-30" fmla="*/ 0 h 1872208"/>
                <a:gd name="connsiteX0-31" fmla="*/ 0 w 2520280"/>
                <a:gd name="connsiteY0-32" fmla="*/ 1872208 h 1872208"/>
                <a:gd name="connsiteX1-33" fmla="*/ 2520280 w 2520280"/>
                <a:gd name="connsiteY1-34" fmla="*/ 1872208 h 1872208"/>
                <a:gd name="connsiteX2-35" fmla="*/ 0 w 2520280"/>
                <a:gd name="connsiteY2-36" fmla="*/ 1872208 h 1872208"/>
                <a:gd name="connsiteX3-37" fmla="*/ 0 w 2520280"/>
                <a:gd name="connsiteY3-38" fmla="*/ 0 h 1872208"/>
                <a:gd name="connsiteX4-39" fmla="*/ 2520280 w 2520280"/>
                <a:gd name="connsiteY4-40" fmla="*/ 0 h 1872208"/>
                <a:gd name="connsiteX5-41" fmla="*/ 0 w 2520280"/>
                <a:gd name="connsiteY5-42" fmla="*/ 0 h 1872208"/>
                <a:gd name="connsiteX0-43" fmla="*/ 0 w 2520280"/>
                <a:gd name="connsiteY0-44" fmla="*/ 1872208 h 1872208"/>
                <a:gd name="connsiteX1-45" fmla="*/ 2520280 w 2520280"/>
                <a:gd name="connsiteY1-46" fmla="*/ 1872208 h 1872208"/>
                <a:gd name="connsiteX2-47" fmla="*/ 0 w 2520280"/>
                <a:gd name="connsiteY2-48" fmla="*/ 1872208 h 1872208"/>
                <a:gd name="connsiteX3-49" fmla="*/ 0 w 2520280"/>
                <a:gd name="connsiteY3-50" fmla="*/ 0 h 1872208"/>
                <a:gd name="connsiteX4-51" fmla="*/ 34255 w 2520280"/>
                <a:gd name="connsiteY4-52" fmla="*/ 0 h 1872208"/>
                <a:gd name="connsiteX5-53" fmla="*/ 0 w 2520280"/>
                <a:gd name="connsiteY5-54" fmla="*/ 0 h 1872208"/>
                <a:gd name="connsiteX0-55" fmla="*/ 0 w 2520280"/>
                <a:gd name="connsiteY0-56" fmla="*/ 1872208 h 1872208"/>
                <a:gd name="connsiteX1-57" fmla="*/ 2520280 w 2520280"/>
                <a:gd name="connsiteY1-58" fmla="*/ 1872208 h 1872208"/>
                <a:gd name="connsiteX2-59" fmla="*/ 0 w 2520280"/>
                <a:gd name="connsiteY2-60" fmla="*/ 1872208 h 1872208"/>
                <a:gd name="connsiteX3-61" fmla="*/ 0 w 2520280"/>
                <a:gd name="connsiteY3-62" fmla="*/ 0 h 1872208"/>
                <a:gd name="connsiteX4-63" fmla="*/ 917 w 2520280"/>
                <a:gd name="connsiteY4-64" fmla="*/ 6036 h 1872208"/>
                <a:gd name="connsiteX5-65" fmla="*/ 0 w 2520280"/>
                <a:gd name="connsiteY5-66" fmla="*/ 0 h 1872208"/>
                <a:gd name="connsiteX0-67" fmla="*/ 0 w 2520280"/>
                <a:gd name="connsiteY0-68" fmla="*/ 1890314 h 1890314"/>
                <a:gd name="connsiteX1-69" fmla="*/ 2520280 w 2520280"/>
                <a:gd name="connsiteY1-70" fmla="*/ 1890314 h 1890314"/>
                <a:gd name="connsiteX2-71" fmla="*/ 0 w 2520280"/>
                <a:gd name="connsiteY2-72" fmla="*/ 1890314 h 1890314"/>
                <a:gd name="connsiteX3-73" fmla="*/ 0 w 2520280"/>
                <a:gd name="connsiteY3-74" fmla="*/ 18106 h 1890314"/>
                <a:gd name="connsiteX4-75" fmla="*/ 53304 w 2520280"/>
                <a:gd name="connsiteY4-76" fmla="*/ 0 h 1890314"/>
                <a:gd name="connsiteX5-77" fmla="*/ 0 w 2520280"/>
                <a:gd name="connsiteY5-78" fmla="*/ 18106 h 1890314"/>
                <a:gd name="connsiteX0-79" fmla="*/ 0 w 2520280"/>
                <a:gd name="connsiteY0-80" fmla="*/ 1872208 h 1872208"/>
                <a:gd name="connsiteX1-81" fmla="*/ 2520280 w 2520280"/>
                <a:gd name="connsiteY1-82" fmla="*/ 1872208 h 1872208"/>
                <a:gd name="connsiteX2-83" fmla="*/ 0 w 2520280"/>
                <a:gd name="connsiteY2-84" fmla="*/ 1872208 h 1872208"/>
                <a:gd name="connsiteX3-85" fmla="*/ 0 w 2520280"/>
                <a:gd name="connsiteY3-86" fmla="*/ 0 h 1872208"/>
                <a:gd name="connsiteX4-87" fmla="*/ 916 w 2520280"/>
                <a:gd name="connsiteY4-88" fmla="*/ 0 h 1872208"/>
                <a:gd name="connsiteX5-89" fmla="*/ 0 w 2520280"/>
                <a:gd name="connsiteY5-90" fmla="*/ 0 h 187220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2520280" h="1872208">
                  <a:moveTo>
                    <a:pt x="0" y="1872208"/>
                  </a:moveTo>
                  <a:lnTo>
                    <a:pt x="2520280" y="1872208"/>
                  </a:lnTo>
                  <a:lnTo>
                    <a:pt x="0" y="1872208"/>
                  </a:lnTo>
                  <a:close/>
                  <a:moveTo>
                    <a:pt x="0" y="0"/>
                  </a:moveTo>
                  <a:lnTo>
                    <a:pt x="91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sq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spAutoFit/>
            </a:bodyPr>
            <a:lstStyle/>
            <a:p>
              <a:pPr algn="dist" defTabSz="1146175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sz="2000" b="1" dirty="0">
                  <a:solidFill>
                    <a:srgbClr val="132E4A"/>
                  </a:solidFill>
                  <a:latin typeface="等线 Light" panose="02010600030101010101" pitchFamily="2" charset="-122"/>
                  <a:ea typeface="等线 Light" panose="02010600030101010101" pitchFamily="2" charset="-122"/>
                  <a:sym typeface="iekie-Weilaiti" panose="02010601030101010101" pitchFamily="2" charset="-128"/>
                </a:rPr>
                <a:t>整体流程</a:t>
              </a:r>
              <a:endParaRPr lang="zh-CN" sz="2000" b="1" dirty="0">
                <a:solidFill>
                  <a:srgbClr val="132E4A"/>
                </a:solidFill>
                <a:latin typeface="等线 Light" panose="02010600030101010101" pitchFamily="2" charset="-122"/>
                <a:ea typeface="等线 Light" panose="02010600030101010101" pitchFamily="2" charset="-122"/>
                <a:sym typeface="iekie-Weilaiti" panose="02010601030101010101" pitchFamily="2" charset="-128"/>
              </a:endParaRPr>
            </a:p>
          </p:txBody>
        </p:sp>
        <p:cxnSp>
          <p:nvCxnSpPr>
            <p:cNvPr id="20" name="直接连接符 3"/>
            <p:cNvCxnSpPr/>
            <p:nvPr/>
          </p:nvCxnSpPr>
          <p:spPr>
            <a:xfrm>
              <a:off x="143922" y="926390"/>
              <a:ext cx="4097867" cy="0"/>
            </a:xfrm>
            <a:prstGeom prst="line">
              <a:avLst/>
            </a:prstGeom>
            <a:ln w="12700">
              <a:solidFill>
                <a:srgbClr val="132E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4"/>
            <p:cNvCxnSpPr/>
            <p:nvPr/>
          </p:nvCxnSpPr>
          <p:spPr>
            <a:xfrm>
              <a:off x="7658318" y="909703"/>
              <a:ext cx="4372804" cy="0"/>
            </a:xfrm>
            <a:prstGeom prst="line">
              <a:avLst/>
            </a:prstGeom>
            <a:ln w="12700">
              <a:solidFill>
                <a:srgbClr val="132E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/>
          <p:cNvSpPr txBox="1"/>
          <p:nvPr/>
        </p:nvSpPr>
        <p:spPr>
          <a:xfrm>
            <a:off x="1113790" y="883285"/>
            <a:ext cx="9771380" cy="4859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1、 今天讲解完项目需求建</a:t>
            </a:r>
            <a:r>
              <a:rPr lang="en-US" altLang="zh-CN"/>
              <a:t>git</a:t>
            </a:r>
            <a:r>
              <a:rPr lang="zh-CN" altLang="en-US"/>
              <a:t>账号，开始编写需求设计文档写好并提交给行政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27</a:t>
            </a:r>
            <a:r>
              <a:rPr lang="zh-CN" altLang="en-US">
                <a:sym typeface="+mn-ea"/>
              </a:rPr>
              <a:t>号下午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点前交给行政）</a:t>
            </a:r>
            <a:r>
              <a:rPr lang="zh-CN" altLang="en-US"/>
              <a:t>,我们会看是否可行，</a:t>
            </a:r>
            <a:r>
              <a:rPr lang="en-US" altLang="zh-CN"/>
              <a:t>28</a:t>
            </a:r>
            <a:r>
              <a:rPr lang="zh-CN" altLang="en-US"/>
              <a:t>号反馈给你们</a:t>
            </a:r>
            <a:r>
              <a:rPr lang="zh-CN" altLang="en-US">
                <a:sym typeface="+mn-ea"/>
              </a:rPr>
              <a:t>，项目经理就可以建项目，</a:t>
            </a:r>
            <a:r>
              <a:rPr lang="zh-CN" altLang="en-US"/>
              <a:t>开始编码工作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 、项目最终完成前需要进行测试，测试用例需要小组内自己确定需要测试哪些，最终的测试情况需要</a:t>
            </a:r>
            <a:r>
              <a:rPr lang="en-US" altLang="zh-CN"/>
              <a:t>12</a:t>
            </a:r>
            <a:r>
              <a:rPr lang="zh-CN" altLang="en-US"/>
              <a:t>月</a:t>
            </a:r>
            <a:r>
              <a:rPr lang="en-US" altLang="zh-CN"/>
              <a:t>5</a:t>
            </a:r>
            <a:r>
              <a:rPr lang="zh-CN" altLang="en-US"/>
              <a:t>号下午</a:t>
            </a:r>
            <a:r>
              <a:rPr lang="en-US" altLang="zh-CN"/>
              <a:t>2</a:t>
            </a:r>
            <a:r>
              <a:rPr lang="zh-CN" altLang="en-US"/>
              <a:t>点前提交报告给我们，进行审核。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3 </a:t>
            </a:r>
            <a:r>
              <a:rPr lang="zh-CN" altLang="en-US"/>
              <a:t>、</a:t>
            </a:r>
            <a:r>
              <a:rPr lang="en-US" altLang="zh-CN"/>
              <a:t>12</a:t>
            </a:r>
            <a:r>
              <a:rPr lang="zh-CN" altLang="en-US"/>
              <a:t>月</a:t>
            </a:r>
            <a:r>
              <a:rPr lang="en-US" altLang="zh-CN"/>
              <a:t>6</a:t>
            </a:r>
            <a:r>
              <a:rPr lang="zh-CN" altLang="en-US"/>
              <a:t>号进行验收答辩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randomBar dir="vert"/>
      </p:transition>
    </mc:Choice>
    <mc:Fallback>
      <p:transition spd="slow">
        <p:randomBar dir="vert"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PA" val="v3.1.0"/>
</p:tagLst>
</file>

<file path=ppt/tags/tag2.xml><?xml version="1.0" encoding="utf-8"?>
<p:tagLst xmlns:p="http://schemas.openxmlformats.org/presentationml/2006/main">
  <p:tag name="PA" val="v3.1.0"/>
</p:tagLst>
</file>

<file path=ppt/tags/tag3.xml><?xml version="1.0" encoding="utf-8"?>
<p:tagLst xmlns:p="http://schemas.openxmlformats.org/presentationml/2006/main">
  <p:tag name="PA" val="v3.1.0"/>
</p:tagLst>
</file>

<file path=ppt/tags/tag4.xml><?xml version="1.0" encoding="utf-8"?>
<p:tagLst xmlns:p="http://schemas.openxmlformats.org/presentationml/2006/main">
  <p:tag name="PA" val="v3.1.0"/>
</p:tagLst>
</file>

<file path=ppt/tags/tag5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6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25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26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27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34.xml><?xml version="1.0" encoding="utf-8"?>
<p:tagLst xmlns:p="http://schemas.openxmlformats.org/presentationml/2006/main">
  <p:tag name="COMMONDATA" val="eyJoZGlkIjoiMmQ0MjgxYzMzMzIyMzFjY2UyMDZkNTkxZTgzNmRjNjc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1275</Words>
  <Application>WPS 演示</Application>
  <PresentationFormat>宽屏</PresentationFormat>
  <Paragraphs>107</Paragraphs>
  <Slides>17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Arial</vt:lpstr>
      <vt:lpstr>宋体</vt:lpstr>
      <vt:lpstr>Wingdings</vt:lpstr>
      <vt:lpstr>等线 Light</vt:lpstr>
      <vt:lpstr>iekie-Weilaiti</vt:lpstr>
      <vt:lpstr>Yu Gothic UI</vt:lpstr>
      <vt:lpstr>Century Gothic</vt:lpstr>
      <vt:lpstr>等线</vt:lpstr>
      <vt:lpstr>微软雅黑</vt:lpstr>
      <vt:lpstr>Arial Unicode MS</vt:lpstr>
      <vt:lpstr>Calibri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dc:description>http://www.ypppt.com/</dc:description>
  <cp:lastModifiedBy>直到世界尽头</cp:lastModifiedBy>
  <cp:revision>96</cp:revision>
  <dcterms:created xsi:type="dcterms:W3CDTF">2018-05-08T08:49:00Z</dcterms:created>
  <dcterms:modified xsi:type="dcterms:W3CDTF">2024-11-20T07:04:46Z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B95F4417B3B94899857DA9818BBA1BF0_12</vt:lpwstr>
  </property>
  <property fmtid="{D5CDD505-2E9C-101B-9397-08002B2CF9AE}" pid="3" name="KSOProductBuildVer">
    <vt:lpwstr>2052-12.1.0.17827</vt:lpwstr>
  </property>
</Properties>
</file>